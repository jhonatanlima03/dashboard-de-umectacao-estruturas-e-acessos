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141412109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A4F55"/>
    <a:srgbClr val="96989B"/>
    <a:srgbClr val="FF4B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E20C857-53DC-4170-94E6-72B8DAB8BBCB}" v="8" dt="2026-07-03T15:56:40.06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E3FDE45-AF77-4B5C-9715-49D594BDF05E}" styleName="Estilo Claro 1 - Ênfase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10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honatan Fagundes Pires De Lima - Wsp" userId="ddcc4bb9-b180-41fa-a0cc-6c2a185afa86" providerId="ADAL" clId="{5460B74C-1EDF-42CE-9087-E83D66A48790}"/>
    <pc:docChg chg="custSel delSld modSld">
      <pc:chgData name="Jhonatan Fagundes Pires De Lima - Wsp" userId="ddcc4bb9-b180-41fa-a0cc-6c2a185afa86" providerId="ADAL" clId="{5460B74C-1EDF-42CE-9087-E83D66A48790}" dt="2026-07-03T16:00:35.849" v="117" actId="20577"/>
      <pc:docMkLst>
        <pc:docMk/>
      </pc:docMkLst>
      <pc:sldChg chg="del">
        <pc:chgData name="Jhonatan Fagundes Pires De Lima - Wsp" userId="ddcc4bb9-b180-41fa-a0cc-6c2a185afa86" providerId="ADAL" clId="{5460B74C-1EDF-42CE-9087-E83D66A48790}" dt="2026-07-03T12:53:35.985" v="31" actId="47"/>
        <pc:sldMkLst>
          <pc:docMk/>
          <pc:sldMk cId="337674986" sldId="2141412104"/>
        </pc:sldMkLst>
      </pc:sldChg>
      <pc:sldChg chg="del">
        <pc:chgData name="Jhonatan Fagundes Pires De Lima - Wsp" userId="ddcc4bb9-b180-41fa-a0cc-6c2a185afa86" providerId="ADAL" clId="{5460B74C-1EDF-42CE-9087-E83D66A48790}" dt="2026-07-03T12:53:36.964" v="32" actId="47"/>
        <pc:sldMkLst>
          <pc:docMk/>
          <pc:sldMk cId="3247414072" sldId="2141412105"/>
        </pc:sldMkLst>
      </pc:sldChg>
      <pc:sldChg chg="del">
        <pc:chgData name="Jhonatan Fagundes Pires De Lima - Wsp" userId="ddcc4bb9-b180-41fa-a0cc-6c2a185afa86" providerId="ADAL" clId="{5460B74C-1EDF-42CE-9087-E83D66A48790}" dt="2026-07-03T12:53:38.319" v="33" actId="47"/>
        <pc:sldMkLst>
          <pc:docMk/>
          <pc:sldMk cId="1161533452" sldId="2141412106"/>
        </pc:sldMkLst>
      </pc:sldChg>
      <pc:sldChg chg="addSp delSp modSp mod">
        <pc:chgData name="Jhonatan Fagundes Pires De Lima - Wsp" userId="ddcc4bb9-b180-41fa-a0cc-6c2a185afa86" providerId="ADAL" clId="{5460B74C-1EDF-42CE-9087-E83D66A48790}" dt="2026-07-03T16:00:35.849" v="117" actId="20577"/>
        <pc:sldMkLst>
          <pc:docMk/>
          <pc:sldMk cId="298188180" sldId="2141412109"/>
        </pc:sldMkLst>
        <pc:spChg chg="mod">
          <ac:chgData name="Jhonatan Fagundes Pires De Lima - Wsp" userId="ddcc4bb9-b180-41fa-a0cc-6c2a185afa86" providerId="ADAL" clId="{5460B74C-1EDF-42CE-9087-E83D66A48790}" dt="2026-07-03T15:54:32.979" v="38" actId="1076"/>
          <ac:spMkLst>
            <pc:docMk/>
            <pc:sldMk cId="298188180" sldId="2141412109"/>
            <ac:spMk id="99" creationId="{1BD53D5D-5407-C5E2-2034-50ABAB8FBD51}"/>
          </ac:spMkLst>
        </pc:spChg>
        <pc:spChg chg="mod">
          <ac:chgData name="Jhonatan Fagundes Pires De Lima - Wsp" userId="ddcc4bb9-b180-41fa-a0cc-6c2a185afa86" providerId="ADAL" clId="{5460B74C-1EDF-42CE-9087-E83D66A48790}" dt="2026-07-03T16:00:35.849" v="117" actId="20577"/>
          <ac:spMkLst>
            <pc:docMk/>
            <pc:sldMk cId="298188180" sldId="2141412109"/>
            <ac:spMk id="106" creationId="{60E5E4DC-9FC8-679C-A0A2-754F077CFF15}"/>
          </ac:spMkLst>
        </pc:spChg>
        <pc:spChg chg="mod">
          <ac:chgData name="Jhonatan Fagundes Pires De Lima - Wsp" userId="ddcc4bb9-b180-41fa-a0cc-6c2a185afa86" providerId="ADAL" clId="{5460B74C-1EDF-42CE-9087-E83D66A48790}" dt="2026-07-03T15:57:26.507" v="83" actId="255"/>
          <ac:spMkLst>
            <pc:docMk/>
            <pc:sldMk cId="298188180" sldId="2141412109"/>
            <ac:spMk id="116" creationId="{E7D1053C-7CE0-74C6-D2F1-6096056B48F9}"/>
          </ac:spMkLst>
        </pc:spChg>
        <pc:picChg chg="add del mod">
          <ac:chgData name="Jhonatan Fagundes Pires De Lima - Wsp" userId="ddcc4bb9-b180-41fa-a0cc-6c2a185afa86" providerId="ADAL" clId="{5460B74C-1EDF-42CE-9087-E83D66A48790}" dt="2026-07-03T12:41:31.910" v="6" actId="478"/>
          <ac:picMkLst>
            <pc:docMk/>
            <pc:sldMk cId="298188180" sldId="2141412109"/>
            <ac:picMk id="6" creationId="{10D5B08C-C5C3-44FE-ADD2-A9C625D91CBE}"/>
          </ac:picMkLst>
        </pc:picChg>
        <pc:picChg chg="add del mod">
          <ac:chgData name="Jhonatan Fagundes Pires De Lima - Wsp" userId="ddcc4bb9-b180-41fa-a0cc-6c2a185afa86" providerId="ADAL" clId="{5460B74C-1EDF-42CE-9087-E83D66A48790}" dt="2026-07-03T12:44:39.766" v="13" actId="478"/>
          <ac:picMkLst>
            <pc:docMk/>
            <pc:sldMk cId="298188180" sldId="2141412109"/>
            <ac:picMk id="9" creationId="{F566C11C-8ADA-87E8-2857-EC107D60E90F}"/>
          </ac:picMkLst>
        </pc:picChg>
        <pc:picChg chg="add del mod">
          <ac:chgData name="Jhonatan Fagundes Pires De Lima - Wsp" userId="ddcc4bb9-b180-41fa-a0cc-6c2a185afa86" providerId="ADAL" clId="{5460B74C-1EDF-42CE-9087-E83D66A48790}" dt="2026-07-03T12:47:56.134" v="19" actId="478"/>
          <ac:picMkLst>
            <pc:docMk/>
            <pc:sldMk cId="298188180" sldId="2141412109"/>
            <ac:picMk id="12" creationId="{A758FB83-96CC-0A07-97C0-038E88300D7A}"/>
          </ac:picMkLst>
        </pc:picChg>
        <pc:picChg chg="add del mod">
          <ac:chgData name="Jhonatan Fagundes Pires De Lima - Wsp" userId="ddcc4bb9-b180-41fa-a0cc-6c2a185afa86" providerId="ADAL" clId="{5460B74C-1EDF-42CE-9087-E83D66A48790}" dt="2026-07-03T12:53:58.838" v="34" actId="478"/>
          <ac:picMkLst>
            <pc:docMk/>
            <pc:sldMk cId="298188180" sldId="2141412109"/>
            <ac:picMk id="21" creationId="{8F563A5B-5762-6BCA-C38D-1E78CCF7C9EE}"/>
          </ac:picMkLst>
        </pc:picChg>
        <pc:picChg chg="del">
          <ac:chgData name="Jhonatan Fagundes Pires De Lima - Wsp" userId="ddcc4bb9-b180-41fa-a0cc-6c2a185afa86" providerId="ADAL" clId="{5460B74C-1EDF-42CE-9087-E83D66A48790}" dt="2026-07-03T12:40:41.206" v="0" actId="478"/>
          <ac:picMkLst>
            <pc:docMk/>
            <pc:sldMk cId="298188180" sldId="2141412109"/>
            <ac:picMk id="86" creationId="{A4C49E46-11DE-3464-A9FD-721C83C4488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30419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E868C-556E-4CD1-8910-A2D96F07C45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D97C8-415D-4F2A-B8C6-E0F0FDBA917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4532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C7606-4D03-560E-709F-2C50E36B9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Retângulo: Cantos Arredondados 130">
            <a:extLst>
              <a:ext uri="{FF2B5EF4-FFF2-40B4-BE49-F238E27FC236}">
                <a16:creationId xmlns:a16="http://schemas.microsoft.com/office/drawing/2014/main" id="{892A56ED-126E-9C38-D647-CC7B7C757B0F}"/>
              </a:ext>
            </a:extLst>
          </p:cNvPr>
          <p:cNvSpPr/>
          <p:nvPr/>
        </p:nvSpPr>
        <p:spPr>
          <a:xfrm>
            <a:off x="258906" y="3768040"/>
            <a:ext cx="5837094" cy="2858618"/>
          </a:xfrm>
          <a:prstGeom prst="roundRect">
            <a:avLst>
              <a:gd name="adj" fmla="val 10465"/>
            </a:avLst>
          </a:prstGeom>
          <a:solidFill>
            <a:schemeClr val="bg1">
              <a:lumMod val="6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0" name="Retângulo: Cantos Arredondados 129">
            <a:extLst>
              <a:ext uri="{FF2B5EF4-FFF2-40B4-BE49-F238E27FC236}">
                <a16:creationId xmlns:a16="http://schemas.microsoft.com/office/drawing/2014/main" id="{D1340D07-3CC0-7E09-6FF7-5D562EB2848E}"/>
              </a:ext>
            </a:extLst>
          </p:cNvPr>
          <p:cNvSpPr/>
          <p:nvPr/>
        </p:nvSpPr>
        <p:spPr>
          <a:xfrm>
            <a:off x="6274555" y="3764226"/>
            <a:ext cx="5805944" cy="1186682"/>
          </a:xfrm>
          <a:prstGeom prst="roundRect">
            <a:avLst>
              <a:gd name="adj" fmla="val 10465"/>
            </a:avLst>
          </a:prstGeom>
          <a:solidFill>
            <a:schemeClr val="bg1">
              <a:lumMod val="6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7" name="Retângulo: Cantos Arredondados 46">
            <a:extLst>
              <a:ext uri="{FF2B5EF4-FFF2-40B4-BE49-F238E27FC236}">
                <a16:creationId xmlns:a16="http://schemas.microsoft.com/office/drawing/2014/main" id="{68FD5CD7-6D6D-5CB2-9B62-29A4688502F2}"/>
              </a:ext>
            </a:extLst>
          </p:cNvPr>
          <p:cNvSpPr/>
          <p:nvPr/>
        </p:nvSpPr>
        <p:spPr>
          <a:xfrm>
            <a:off x="258906" y="1739239"/>
            <a:ext cx="5837094" cy="1931781"/>
          </a:xfrm>
          <a:prstGeom prst="roundRect">
            <a:avLst>
              <a:gd name="adj" fmla="val 9808"/>
            </a:avLst>
          </a:prstGeom>
          <a:solidFill>
            <a:schemeClr val="bg1">
              <a:lumMod val="6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710B2556-B338-2966-C7A1-21B7E5F09E6F}"/>
              </a:ext>
            </a:extLst>
          </p:cNvPr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4B00"/>
          </a:solidFill>
          <a:ln w="12700">
            <a:solidFill>
              <a:srgbClr val="FF4B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7745CD4-47CA-B8A3-28B4-617267BA87C4}"/>
              </a:ext>
            </a:extLst>
          </p:cNvPr>
          <p:cNvSpPr/>
          <p:nvPr/>
        </p:nvSpPr>
        <p:spPr>
          <a:xfrm>
            <a:off x="201168" y="0"/>
            <a:ext cx="11990832" cy="74980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2700">
            <a:solidFill>
              <a:schemeClr val="tx1">
                <a:lumMod val="65000"/>
                <a:lumOff val="35000"/>
              </a:schemeClr>
            </a:solidFill>
            <a:prstDash val="solid"/>
          </a:ln>
        </p:spPr>
        <p:txBody>
          <a:bodyPr anchor="ctr"/>
          <a:lstStyle/>
          <a:p>
            <a:pPr algn="ctr"/>
            <a:r>
              <a:rPr lang="pt-BR" sz="2000" b="1" dirty="0">
                <a:solidFill>
                  <a:schemeClr val="bg1"/>
                </a:solidFill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UMECTAÇÃO – ESTRUTURAS E ACESSOS</a:t>
            </a:r>
          </a:p>
        </p:txBody>
      </p:sp>
      <p:grpSp>
        <p:nvGrpSpPr>
          <p:cNvPr id="34" name="Agrupar 33">
            <a:extLst>
              <a:ext uri="{FF2B5EF4-FFF2-40B4-BE49-F238E27FC236}">
                <a16:creationId xmlns:a16="http://schemas.microsoft.com/office/drawing/2014/main" id="{652D2B0F-7BB5-8C6E-5573-3F3ABC6D3DA1}"/>
              </a:ext>
            </a:extLst>
          </p:cNvPr>
          <p:cNvGrpSpPr/>
          <p:nvPr/>
        </p:nvGrpSpPr>
        <p:grpSpPr>
          <a:xfrm>
            <a:off x="189198" y="869374"/>
            <a:ext cx="1629612" cy="743891"/>
            <a:chOff x="189198" y="914400"/>
            <a:chExt cx="1629612" cy="914400"/>
          </a:xfrm>
        </p:grpSpPr>
        <p:sp>
          <p:nvSpPr>
            <p:cNvPr id="5" name="Retângulo: Cantos Arredondados 4">
              <a:extLst>
                <a:ext uri="{FF2B5EF4-FFF2-40B4-BE49-F238E27FC236}">
                  <a16:creationId xmlns:a16="http://schemas.microsoft.com/office/drawing/2014/main" id="{80CA6BD1-ABD3-42B8-EB88-9AB9E4476819}"/>
                </a:ext>
              </a:extLst>
            </p:cNvPr>
            <p:cNvSpPr/>
            <p:nvPr/>
          </p:nvSpPr>
          <p:spPr>
            <a:xfrm>
              <a:off x="258906" y="914400"/>
              <a:ext cx="1559904" cy="914400"/>
            </a:xfrm>
            <a:prstGeom prst="roundRect">
              <a:avLst/>
            </a:prstGeom>
            <a:solidFill>
              <a:srgbClr val="96989B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600" dirty="0"/>
            </a:p>
          </p:txBody>
        </p:sp>
        <p:pic>
          <p:nvPicPr>
            <p:cNvPr id="18" name="Imagem 17">
              <a:extLst>
                <a:ext uri="{FF2B5EF4-FFF2-40B4-BE49-F238E27FC236}">
                  <a16:creationId xmlns:a16="http://schemas.microsoft.com/office/drawing/2014/main" id="{EABC0752-3D37-BE67-CE2E-C9DABA40444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9620" b="89933" l="895" r="96197">
                          <a14:foregroundMark x1="7606" y1="40045" x2="7606" y2="40045"/>
                          <a14:foregroundMark x1="895" y1="38479" x2="895" y2="38479"/>
                          <a14:foregroundMark x1="87472" y1="51454" x2="87472" y2="51454"/>
                          <a14:foregroundMark x1="96197" y1="47875" x2="96197" y2="47875"/>
                          <a14:foregroundMark x1="72931" y1="51230" x2="72931" y2="51230"/>
                          <a14:foregroundMark x1="72260" y1="53244" x2="72260" y2="53244"/>
                          <a14:foregroundMark x1="2685" y1="61969" x2="2685" y2="61969"/>
                          <a14:backgroundMark x1="2908" y1="53691" x2="2908" y2="53691"/>
                          <a14:backgroundMark x1="2461" y1="49664" x2="2461" y2="49664"/>
                          <a14:backgroundMark x1="2013" y1="46532" x2="2013" y2="46532"/>
                          <a14:backgroundMark x1="1790" y1="43400" x2="1790" y2="43400"/>
                          <a14:backgroundMark x1="1790" y1="42953" x2="1790" y2="42953"/>
                          <a14:backgroundMark x1="1790" y1="42506" x2="1790" y2="42506"/>
                          <a14:backgroundMark x1="1790" y1="40045" x2="1790" y2="40045"/>
                          <a14:backgroundMark x1="2013" y1="39597" x2="2013" y2="39597"/>
                          <a14:backgroundMark x1="2013" y1="39150" x2="2013" y2="39150"/>
                          <a14:backgroundMark x1="2013" y1="37136" x2="2013" y2="37136"/>
                          <a14:backgroundMark x1="2685" y1="33110" x2="2685" y2="33110"/>
                          <a14:backgroundMark x1="72483" y1="52573" x2="72483" y2="52573"/>
                          <a14:backgroundMark x1="71141" y1="53468" x2="71141" y2="53468"/>
                          <a14:backgroundMark x1="71141" y1="54139" x2="73602" y2="47875"/>
                          <a14:backgroundMark x1="72707" y1="54139" x2="72707" y2="54139"/>
                          <a14:backgroundMark x1="72707" y1="53020" x2="72707" y2="53020"/>
                          <a14:backgroundMark x1="72260" y1="53468" x2="72260" y2="53468"/>
                          <a14:backgroundMark x1="73154" y1="51678" x2="73154" y2="51678"/>
                          <a14:backgroundMark x1="72707" y1="51230" x2="72707" y2="51230"/>
                          <a14:backgroundMark x1="72931" y1="51454" x2="72931" y2="51454"/>
                          <a14:backgroundMark x1="72260" y1="53020" x2="72260" y2="53020"/>
                          <a14:backgroundMark x1="73826" y1="45638" x2="73826" y2="45638"/>
                        </a14:backgroundRemoval>
                      </a14:imgEffect>
                    </a14:imgLayer>
                  </a14:imgProps>
                </a:ext>
              </a:extLst>
            </a:blip>
            <a:srcRect t="20555" b="19328"/>
            <a:stretch>
              <a:fillRect/>
            </a:stretch>
          </p:blipFill>
          <p:spPr>
            <a:xfrm>
              <a:off x="831603" y="964395"/>
              <a:ext cx="342398" cy="260807"/>
            </a:xfrm>
            <a:prstGeom prst="rect">
              <a:avLst/>
            </a:prstGeom>
          </p:spPr>
        </p:pic>
        <p:sp>
          <p:nvSpPr>
            <p:cNvPr id="20" name="CaixaDeTexto 19">
              <a:extLst>
                <a:ext uri="{FF2B5EF4-FFF2-40B4-BE49-F238E27FC236}">
                  <a16:creationId xmlns:a16="http://schemas.microsoft.com/office/drawing/2014/main" id="{74EA54A9-9B07-D843-61A0-8CDC86B60120}"/>
                </a:ext>
              </a:extLst>
            </p:cNvPr>
            <p:cNvSpPr txBox="1"/>
            <p:nvPr/>
          </p:nvSpPr>
          <p:spPr>
            <a:xfrm>
              <a:off x="189198" y="1233567"/>
              <a:ext cx="1617642" cy="4290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100" b="1" dirty="0">
                  <a:solidFill>
                    <a:schemeClr val="bg1"/>
                  </a:solidFill>
                  <a:latin typeface="Microsoft GothicNeo" panose="020B0500000101010101" pitchFamily="34" charset="-127"/>
                  <a:ea typeface="Microsoft GothicNeo" panose="020B0500000101010101" pitchFamily="34" charset="-127"/>
                  <a:cs typeface="Microsoft GothicNeo" panose="020B0500000101010101" pitchFamily="34" charset="-127"/>
                </a:rPr>
                <a:t>Frota Atual </a:t>
              </a:r>
            </a:p>
            <a:p>
              <a:pPr algn="ctr"/>
              <a:r>
                <a:rPr lang="pt-BR" sz="1100" b="1" dirty="0">
                  <a:solidFill>
                    <a:schemeClr val="bg1"/>
                  </a:solidFill>
                  <a:latin typeface="Microsoft GothicNeo" panose="020B0500000101010101" pitchFamily="34" charset="-127"/>
                  <a:ea typeface="Microsoft GothicNeo" panose="020B0500000101010101" pitchFamily="34" charset="-127"/>
                  <a:cs typeface="Microsoft GothicNeo" panose="020B0500000101010101" pitchFamily="34" charset="-127"/>
                </a:rPr>
                <a:t>2</a:t>
              </a:r>
            </a:p>
          </p:txBody>
        </p:sp>
      </p:grpSp>
      <p:sp>
        <p:nvSpPr>
          <p:cNvPr id="42" name="Retângulo: Cantos Arredondados 41">
            <a:extLst>
              <a:ext uri="{FF2B5EF4-FFF2-40B4-BE49-F238E27FC236}">
                <a16:creationId xmlns:a16="http://schemas.microsoft.com/office/drawing/2014/main" id="{E528B495-48B6-8EE7-4AF1-A114D8900A46}"/>
              </a:ext>
            </a:extLst>
          </p:cNvPr>
          <p:cNvSpPr/>
          <p:nvPr/>
        </p:nvSpPr>
        <p:spPr>
          <a:xfrm>
            <a:off x="375701" y="3080849"/>
            <a:ext cx="5566998" cy="230832"/>
          </a:xfrm>
          <a:prstGeom prst="roundRect">
            <a:avLst/>
          </a:prstGeom>
          <a:gradFill flip="none" rotWithShape="1">
            <a:gsLst>
              <a:gs pos="100000">
                <a:schemeClr val="accent2"/>
              </a:gs>
              <a:gs pos="100000">
                <a:schemeClr val="accent2">
                  <a:lumMod val="20000"/>
                  <a:lumOff val="8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8" name="Retângulo: Cantos Arredondados 47">
            <a:extLst>
              <a:ext uri="{FF2B5EF4-FFF2-40B4-BE49-F238E27FC236}">
                <a16:creationId xmlns:a16="http://schemas.microsoft.com/office/drawing/2014/main" id="{A4A0BA6D-9503-DD7A-EB3B-8920AA4E4596}"/>
              </a:ext>
            </a:extLst>
          </p:cNvPr>
          <p:cNvSpPr/>
          <p:nvPr/>
        </p:nvSpPr>
        <p:spPr>
          <a:xfrm>
            <a:off x="375701" y="2357979"/>
            <a:ext cx="2343601" cy="230832"/>
          </a:xfrm>
          <a:prstGeom prst="roundRect">
            <a:avLst/>
          </a:prstGeom>
          <a:gradFill flip="none" rotWithShape="1">
            <a:gsLst>
              <a:gs pos="100000">
                <a:schemeClr val="accent2"/>
              </a:gs>
              <a:gs pos="100000">
                <a:schemeClr val="accent2">
                  <a:lumMod val="20000"/>
                  <a:lumOff val="8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9" name="CaixaDeTexto 48">
            <a:extLst>
              <a:ext uri="{FF2B5EF4-FFF2-40B4-BE49-F238E27FC236}">
                <a16:creationId xmlns:a16="http://schemas.microsoft.com/office/drawing/2014/main" id="{9DBD3821-DBAA-B81C-B9CB-DC0788FC113A}"/>
              </a:ext>
            </a:extLst>
          </p:cNvPr>
          <p:cNvSpPr txBox="1"/>
          <p:nvPr/>
        </p:nvSpPr>
        <p:spPr>
          <a:xfrm>
            <a:off x="288735" y="2124522"/>
            <a:ext cx="6755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 b="1" dirty="0">
                <a:solidFill>
                  <a:schemeClr val="bg1"/>
                </a:solidFill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Atual</a:t>
            </a:r>
            <a:endParaRPr lang="pt-BR" sz="1050" b="1" dirty="0">
              <a:solidFill>
                <a:schemeClr val="bg1"/>
              </a:solidFill>
              <a:latin typeface="Microsoft GothicNeo" panose="020B0500000101010101" pitchFamily="34" charset="-127"/>
              <a:ea typeface="Microsoft GothicNeo" panose="020B0500000101010101" pitchFamily="34" charset="-127"/>
              <a:cs typeface="Microsoft GothicNeo" panose="020B0500000101010101" pitchFamily="34" charset="-127"/>
            </a:endParaRPr>
          </a:p>
        </p:txBody>
      </p:sp>
      <p:sp>
        <p:nvSpPr>
          <p:cNvPr id="50" name="CaixaDeTexto 49">
            <a:extLst>
              <a:ext uri="{FF2B5EF4-FFF2-40B4-BE49-F238E27FC236}">
                <a16:creationId xmlns:a16="http://schemas.microsoft.com/office/drawing/2014/main" id="{970EF649-156B-58E9-088C-A33669235256}"/>
              </a:ext>
            </a:extLst>
          </p:cNvPr>
          <p:cNvSpPr txBox="1"/>
          <p:nvPr/>
        </p:nvSpPr>
        <p:spPr>
          <a:xfrm>
            <a:off x="1030634" y="1796116"/>
            <a:ext cx="42925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DIAGNÓSTICOS</a:t>
            </a:r>
            <a:endParaRPr lang="en-US" sz="1200" dirty="0">
              <a:latin typeface="Microsoft GothicNeo" panose="020B0500000101010101" pitchFamily="34" charset="-127"/>
              <a:ea typeface="Microsoft GothicNeo" panose="020B0500000101010101" pitchFamily="34" charset="-127"/>
              <a:cs typeface="Microsoft GothicNeo" panose="020B0500000101010101" pitchFamily="34" charset="-127"/>
            </a:endParaRP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75C069C6-116B-EFFE-EE75-5F8694EC2863}"/>
              </a:ext>
            </a:extLst>
          </p:cNvPr>
          <p:cNvSpPr txBox="1"/>
          <p:nvPr/>
        </p:nvSpPr>
        <p:spPr>
          <a:xfrm>
            <a:off x="196648" y="2574557"/>
            <a:ext cx="10473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00" b="1" dirty="0">
                <a:solidFill>
                  <a:schemeClr val="bg1"/>
                </a:solidFill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330 mil L/dia</a:t>
            </a: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ED318537-B40D-7439-6F4C-C227189A0473}"/>
              </a:ext>
            </a:extLst>
          </p:cNvPr>
          <p:cNvSpPr txBox="1"/>
          <p:nvPr/>
        </p:nvSpPr>
        <p:spPr>
          <a:xfrm>
            <a:off x="2235811" y="2346873"/>
            <a:ext cx="52960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00" b="1" dirty="0">
                <a:solidFill>
                  <a:schemeClr val="bg1"/>
                </a:solidFill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40%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A72C152F-B9DD-A6FA-1C5B-0B4A684A3961}"/>
              </a:ext>
            </a:extLst>
          </p:cNvPr>
          <p:cNvSpPr txBox="1"/>
          <p:nvPr/>
        </p:nvSpPr>
        <p:spPr>
          <a:xfrm>
            <a:off x="293254" y="2846312"/>
            <a:ext cx="52960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50" b="1" dirty="0">
                <a:solidFill>
                  <a:schemeClr val="bg1"/>
                </a:solidFill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Meta</a:t>
            </a:r>
          </a:p>
        </p:txBody>
      </p:sp>
      <p:sp>
        <p:nvSpPr>
          <p:cNvPr id="54" name="CaixaDeTexto 53">
            <a:extLst>
              <a:ext uri="{FF2B5EF4-FFF2-40B4-BE49-F238E27FC236}">
                <a16:creationId xmlns:a16="http://schemas.microsoft.com/office/drawing/2014/main" id="{11C3C5CE-6EC8-458A-A1B9-87DCF522167B}"/>
              </a:ext>
            </a:extLst>
          </p:cNvPr>
          <p:cNvSpPr txBox="1"/>
          <p:nvPr/>
        </p:nvSpPr>
        <p:spPr>
          <a:xfrm>
            <a:off x="201168" y="3293311"/>
            <a:ext cx="10473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00" b="1" dirty="0">
                <a:solidFill>
                  <a:schemeClr val="bg1"/>
                </a:solidFill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660 mil L/dia</a:t>
            </a:r>
          </a:p>
        </p:txBody>
      </p: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096B0A52-C6CC-2DC4-D810-4C71FBC22012}"/>
              </a:ext>
            </a:extLst>
          </p:cNvPr>
          <p:cNvSpPr txBox="1"/>
          <p:nvPr/>
        </p:nvSpPr>
        <p:spPr>
          <a:xfrm>
            <a:off x="5391509" y="3073452"/>
            <a:ext cx="60892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00" b="1" dirty="0">
                <a:solidFill>
                  <a:schemeClr val="bg1"/>
                </a:solidFill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100%</a:t>
            </a:r>
          </a:p>
        </p:txBody>
      </p:sp>
      <p:sp>
        <p:nvSpPr>
          <p:cNvPr id="56" name="Retângulo: Cantos Arredondados 55">
            <a:extLst>
              <a:ext uri="{FF2B5EF4-FFF2-40B4-BE49-F238E27FC236}">
                <a16:creationId xmlns:a16="http://schemas.microsoft.com/office/drawing/2014/main" id="{759AF165-FA0C-A17E-8889-ECB0C0C5920C}"/>
              </a:ext>
            </a:extLst>
          </p:cNvPr>
          <p:cNvSpPr/>
          <p:nvPr/>
        </p:nvSpPr>
        <p:spPr>
          <a:xfrm>
            <a:off x="6271743" y="1749727"/>
            <a:ext cx="5805944" cy="1931781"/>
          </a:xfrm>
          <a:prstGeom prst="roundRect">
            <a:avLst>
              <a:gd name="adj" fmla="val 10465"/>
            </a:avLst>
          </a:prstGeom>
          <a:solidFill>
            <a:schemeClr val="bg1">
              <a:lumMod val="6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EC9B3B14-BABB-FA85-7266-4CD42258CCB2}"/>
              </a:ext>
            </a:extLst>
          </p:cNvPr>
          <p:cNvSpPr txBox="1"/>
          <p:nvPr/>
        </p:nvSpPr>
        <p:spPr>
          <a:xfrm>
            <a:off x="6944804" y="1765002"/>
            <a:ext cx="42925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FROTA</a:t>
            </a:r>
            <a:endParaRPr lang="en-US" sz="1200" b="1" dirty="0">
              <a:latin typeface="Microsoft GothicNeo" panose="020B0500000101010101" pitchFamily="34" charset="-127"/>
              <a:ea typeface="Microsoft GothicNeo" panose="020B0500000101010101" pitchFamily="34" charset="-127"/>
              <a:cs typeface="Microsoft GothicNeo" panose="020B0500000101010101" pitchFamily="34" charset="-127"/>
            </a:endParaRPr>
          </a:p>
        </p:txBody>
      </p: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37557145-70F9-469D-4885-A64DACB403A7}"/>
              </a:ext>
            </a:extLst>
          </p:cNvPr>
          <p:cNvSpPr txBox="1"/>
          <p:nvPr/>
        </p:nvSpPr>
        <p:spPr>
          <a:xfrm>
            <a:off x="7489747" y="2117000"/>
            <a:ext cx="52960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50" b="1" dirty="0">
                <a:solidFill>
                  <a:schemeClr val="bg1"/>
                </a:solidFill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Atual</a:t>
            </a:r>
          </a:p>
        </p:txBody>
      </p:sp>
      <p:sp>
        <p:nvSpPr>
          <p:cNvPr id="67" name="CaixaDeTexto 66">
            <a:extLst>
              <a:ext uri="{FF2B5EF4-FFF2-40B4-BE49-F238E27FC236}">
                <a16:creationId xmlns:a16="http://schemas.microsoft.com/office/drawing/2014/main" id="{E740D1F9-D363-1165-0ECB-0A6EF641EB6E}"/>
              </a:ext>
            </a:extLst>
          </p:cNvPr>
          <p:cNvSpPr txBox="1"/>
          <p:nvPr/>
        </p:nvSpPr>
        <p:spPr>
          <a:xfrm>
            <a:off x="10025393" y="2146652"/>
            <a:ext cx="120236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50" b="1" dirty="0">
                <a:solidFill>
                  <a:schemeClr val="bg1"/>
                </a:solidFill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Necessário</a:t>
            </a:r>
          </a:p>
        </p:txBody>
      </p:sp>
      <p:pic>
        <p:nvPicPr>
          <p:cNvPr id="69" name="Imagem 68">
            <a:extLst>
              <a:ext uri="{FF2B5EF4-FFF2-40B4-BE49-F238E27FC236}">
                <a16:creationId xmlns:a16="http://schemas.microsoft.com/office/drawing/2014/main" id="{B6E6FDE2-E088-1DE3-3DC9-5C4189D366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620" b="89933" l="895" r="96197">
                        <a14:foregroundMark x1="7606" y1="40045" x2="7606" y2="40045"/>
                        <a14:foregroundMark x1="895" y1="38479" x2="895" y2="38479"/>
                        <a14:foregroundMark x1="87472" y1="51454" x2="87472" y2="51454"/>
                        <a14:foregroundMark x1="96197" y1="47875" x2="96197" y2="47875"/>
                        <a14:foregroundMark x1="72931" y1="51230" x2="72931" y2="51230"/>
                        <a14:foregroundMark x1="72260" y1="53244" x2="72260" y2="53244"/>
                        <a14:foregroundMark x1="2685" y1="61969" x2="2685" y2="61969"/>
                        <a14:backgroundMark x1="2908" y1="53691" x2="2908" y2="53691"/>
                        <a14:backgroundMark x1="2461" y1="49664" x2="2461" y2="49664"/>
                        <a14:backgroundMark x1="2013" y1="46532" x2="2013" y2="46532"/>
                        <a14:backgroundMark x1="1790" y1="43400" x2="1790" y2="43400"/>
                        <a14:backgroundMark x1="1790" y1="42953" x2="1790" y2="42953"/>
                        <a14:backgroundMark x1="1790" y1="42506" x2="1790" y2="42506"/>
                        <a14:backgroundMark x1="1790" y1="40045" x2="1790" y2="40045"/>
                        <a14:backgroundMark x1="2013" y1="39597" x2="2013" y2="39597"/>
                        <a14:backgroundMark x1="2013" y1="39150" x2="2013" y2="39150"/>
                        <a14:backgroundMark x1="2013" y1="37136" x2="2013" y2="37136"/>
                        <a14:backgroundMark x1="2685" y1="33110" x2="2685" y2="33110"/>
                        <a14:backgroundMark x1="72483" y1="52573" x2="72483" y2="52573"/>
                        <a14:backgroundMark x1="71141" y1="53468" x2="71141" y2="53468"/>
                        <a14:backgroundMark x1="71141" y1="54139" x2="73602" y2="47875"/>
                        <a14:backgroundMark x1="72707" y1="54139" x2="72707" y2="54139"/>
                        <a14:backgroundMark x1="72707" y1="53020" x2="72707" y2="53020"/>
                        <a14:backgroundMark x1="72260" y1="53468" x2="72260" y2="53468"/>
                        <a14:backgroundMark x1="73154" y1="51678" x2="73154" y2="51678"/>
                        <a14:backgroundMark x1="72707" y1="51230" x2="72707" y2="51230"/>
                        <a14:backgroundMark x1="72931" y1="51454" x2="72931" y2="51454"/>
                        <a14:backgroundMark x1="72260" y1="53020" x2="72260" y2="53020"/>
                        <a14:backgroundMark x1="73826" y1="45638" x2="73826" y2="45638"/>
                      </a14:backgroundRemoval>
                    </a14:imgEffect>
                  </a14:imgLayer>
                </a14:imgProps>
              </a:ext>
            </a:extLst>
          </a:blip>
          <a:srcRect t="20555" b="19328"/>
          <a:stretch>
            <a:fillRect/>
          </a:stretch>
        </p:blipFill>
        <p:spPr>
          <a:xfrm>
            <a:off x="6503018" y="2704055"/>
            <a:ext cx="472249" cy="284514"/>
          </a:xfrm>
          <a:prstGeom prst="rect">
            <a:avLst/>
          </a:prstGeom>
        </p:spPr>
      </p:pic>
      <p:sp>
        <p:nvSpPr>
          <p:cNvPr id="70" name="CaixaDeTexto 69">
            <a:extLst>
              <a:ext uri="{FF2B5EF4-FFF2-40B4-BE49-F238E27FC236}">
                <a16:creationId xmlns:a16="http://schemas.microsoft.com/office/drawing/2014/main" id="{6581195A-F15B-7D84-CF62-B6D5527E8F48}"/>
              </a:ext>
            </a:extLst>
          </p:cNvPr>
          <p:cNvSpPr txBox="1"/>
          <p:nvPr/>
        </p:nvSpPr>
        <p:spPr>
          <a:xfrm>
            <a:off x="7006628" y="2467594"/>
            <a:ext cx="84959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50" b="1" dirty="0">
                <a:solidFill>
                  <a:schemeClr val="bg1"/>
                </a:solidFill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10.000 L</a:t>
            </a:r>
          </a:p>
        </p:txBody>
      </p:sp>
      <p:sp>
        <p:nvSpPr>
          <p:cNvPr id="71" name="CaixaDeTexto 70">
            <a:extLst>
              <a:ext uri="{FF2B5EF4-FFF2-40B4-BE49-F238E27FC236}">
                <a16:creationId xmlns:a16="http://schemas.microsoft.com/office/drawing/2014/main" id="{A2120717-171E-11BB-2139-9B9199B92F3E}"/>
              </a:ext>
            </a:extLst>
          </p:cNvPr>
          <p:cNvSpPr txBox="1"/>
          <p:nvPr/>
        </p:nvSpPr>
        <p:spPr>
          <a:xfrm>
            <a:off x="7006628" y="2960663"/>
            <a:ext cx="84959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50" b="1" dirty="0">
                <a:solidFill>
                  <a:schemeClr val="bg1"/>
                </a:solidFill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20.000 L</a:t>
            </a:r>
          </a:p>
        </p:txBody>
      </p:sp>
      <p:sp>
        <p:nvSpPr>
          <p:cNvPr id="72" name="CaixaDeTexto 71">
            <a:extLst>
              <a:ext uri="{FF2B5EF4-FFF2-40B4-BE49-F238E27FC236}">
                <a16:creationId xmlns:a16="http://schemas.microsoft.com/office/drawing/2014/main" id="{BBB471DB-FEA1-019F-2533-492B41293B04}"/>
              </a:ext>
            </a:extLst>
          </p:cNvPr>
          <p:cNvSpPr txBox="1"/>
          <p:nvPr/>
        </p:nvSpPr>
        <p:spPr>
          <a:xfrm>
            <a:off x="7865135" y="2469668"/>
            <a:ext cx="84959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50" b="1" dirty="0">
                <a:solidFill>
                  <a:schemeClr val="bg1"/>
                </a:solidFill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1 unidade</a:t>
            </a:r>
          </a:p>
        </p:txBody>
      </p:sp>
      <p:sp>
        <p:nvSpPr>
          <p:cNvPr id="73" name="CaixaDeTexto 72">
            <a:extLst>
              <a:ext uri="{FF2B5EF4-FFF2-40B4-BE49-F238E27FC236}">
                <a16:creationId xmlns:a16="http://schemas.microsoft.com/office/drawing/2014/main" id="{FB1E84B1-5616-8031-8DA5-52CC46D42C12}"/>
              </a:ext>
            </a:extLst>
          </p:cNvPr>
          <p:cNvSpPr txBox="1"/>
          <p:nvPr/>
        </p:nvSpPr>
        <p:spPr>
          <a:xfrm>
            <a:off x="7856220" y="2960663"/>
            <a:ext cx="84959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50" b="1" dirty="0">
                <a:solidFill>
                  <a:schemeClr val="bg1"/>
                </a:solidFill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1 unidade</a:t>
            </a:r>
          </a:p>
        </p:txBody>
      </p:sp>
      <p:pic>
        <p:nvPicPr>
          <p:cNvPr id="75" name="Imagem 74">
            <a:extLst>
              <a:ext uri="{FF2B5EF4-FFF2-40B4-BE49-F238E27FC236}">
                <a16:creationId xmlns:a16="http://schemas.microsoft.com/office/drawing/2014/main" id="{B9D8733B-07A4-1323-A06D-EAF2A3E6C8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620" b="89933" l="895" r="96197">
                        <a14:foregroundMark x1="7606" y1="40045" x2="7606" y2="40045"/>
                        <a14:foregroundMark x1="895" y1="38479" x2="895" y2="38479"/>
                        <a14:foregroundMark x1="87472" y1="51454" x2="87472" y2="51454"/>
                        <a14:foregroundMark x1="96197" y1="47875" x2="96197" y2="47875"/>
                        <a14:foregroundMark x1="72931" y1="51230" x2="72931" y2="51230"/>
                        <a14:foregroundMark x1="72260" y1="53244" x2="72260" y2="53244"/>
                        <a14:foregroundMark x1="2685" y1="61969" x2="2685" y2="61969"/>
                        <a14:backgroundMark x1="2908" y1="53691" x2="2908" y2="53691"/>
                        <a14:backgroundMark x1="2461" y1="49664" x2="2461" y2="49664"/>
                        <a14:backgroundMark x1="2013" y1="46532" x2="2013" y2="46532"/>
                        <a14:backgroundMark x1="1790" y1="43400" x2="1790" y2="43400"/>
                        <a14:backgroundMark x1="1790" y1="42953" x2="1790" y2="42953"/>
                        <a14:backgroundMark x1="1790" y1="42506" x2="1790" y2="42506"/>
                        <a14:backgroundMark x1="1790" y1="40045" x2="1790" y2="40045"/>
                        <a14:backgroundMark x1="2013" y1="39597" x2="2013" y2="39597"/>
                        <a14:backgroundMark x1="2013" y1="39150" x2="2013" y2="39150"/>
                        <a14:backgroundMark x1="2013" y1="37136" x2="2013" y2="37136"/>
                        <a14:backgroundMark x1="2685" y1="33110" x2="2685" y2="33110"/>
                        <a14:backgroundMark x1="72483" y1="52573" x2="72483" y2="52573"/>
                        <a14:backgroundMark x1="71141" y1="53468" x2="71141" y2="53468"/>
                        <a14:backgroundMark x1="71141" y1="54139" x2="73602" y2="47875"/>
                        <a14:backgroundMark x1="72707" y1="54139" x2="72707" y2="54139"/>
                        <a14:backgroundMark x1="72707" y1="53020" x2="72707" y2="53020"/>
                        <a14:backgroundMark x1="72260" y1="53468" x2="72260" y2="53468"/>
                        <a14:backgroundMark x1="73154" y1="51678" x2="73154" y2="51678"/>
                        <a14:backgroundMark x1="72707" y1="51230" x2="72707" y2="51230"/>
                        <a14:backgroundMark x1="72931" y1="51454" x2="72931" y2="51454"/>
                        <a14:backgroundMark x1="72260" y1="53020" x2="72260" y2="53020"/>
                        <a14:backgroundMark x1="73826" y1="45638" x2="73826" y2="45638"/>
                      </a14:backgroundRemoval>
                    </a14:imgEffect>
                  </a14:imgLayer>
                </a14:imgProps>
              </a:ext>
            </a:extLst>
          </a:blip>
          <a:srcRect t="20555" b="19328"/>
          <a:stretch>
            <a:fillRect/>
          </a:stretch>
        </p:blipFill>
        <p:spPr>
          <a:xfrm>
            <a:off x="9519828" y="2723584"/>
            <a:ext cx="472249" cy="284514"/>
          </a:xfrm>
          <a:prstGeom prst="rect">
            <a:avLst/>
          </a:prstGeom>
        </p:spPr>
      </p:pic>
      <p:sp>
        <p:nvSpPr>
          <p:cNvPr id="76" name="CaixaDeTexto 75">
            <a:extLst>
              <a:ext uri="{FF2B5EF4-FFF2-40B4-BE49-F238E27FC236}">
                <a16:creationId xmlns:a16="http://schemas.microsoft.com/office/drawing/2014/main" id="{27ED2D7B-60E9-AECE-B7BF-1B0BD7EB0BC7}"/>
              </a:ext>
            </a:extLst>
          </p:cNvPr>
          <p:cNvSpPr txBox="1"/>
          <p:nvPr/>
        </p:nvSpPr>
        <p:spPr>
          <a:xfrm>
            <a:off x="10141212" y="2523642"/>
            <a:ext cx="84959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50" b="1" dirty="0">
                <a:solidFill>
                  <a:schemeClr val="bg1"/>
                </a:solidFill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10.000 L</a:t>
            </a:r>
          </a:p>
        </p:txBody>
      </p:sp>
      <p:sp>
        <p:nvSpPr>
          <p:cNvPr id="77" name="CaixaDeTexto 76">
            <a:extLst>
              <a:ext uri="{FF2B5EF4-FFF2-40B4-BE49-F238E27FC236}">
                <a16:creationId xmlns:a16="http://schemas.microsoft.com/office/drawing/2014/main" id="{B0049A9A-EFE2-7BC3-7677-87897AD909EE}"/>
              </a:ext>
            </a:extLst>
          </p:cNvPr>
          <p:cNvSpPr txBox="1"/>
          <p:nvPr/>
        </p:nvSpPr>
        <p:spPr>
          <a:xfrm>
            <a:off x="10141212" y="3000727"/>
            <a:ext cx="84959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50" b="1" dirty="0">
                <a:solidFill>
                  <a:schemeClr val="bg1"/>
                </a:solidFill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20.000 L</a:t>
            </a:r>
          </a:p>
        </p:txBody>
      </p:sp>
      <p:sp>
        <p:nvSpPr>
          <p:cNvPr id="78" name="CaixaDeTexto 77">
            <a:extLst>
              <a:ext uri="{FF2B5EF4-FFF2-40B4-BE49-F238E27FC236}">
                <a16:creationId xmlns:a16="http://schemas.microsoft.com/office/drawing/2014/main" id="{15E34452-138D-171A-97E1-0E576E9D0940}"/>
              </a:ext>
            </a:extLst>
          </p:cNvPr>
          <p:cNvSpPr txBox="1"/>
          <p:nvPr/>
        </p:nvSpPr>
        <p:spPr>
          <a:xfrm>
            <a:off x="10924419" y="2508343"/>
            <a:ext cx="90528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50" b="1" dirty="0">
                <a:solidFill>
                  <a:schemeClr val="bg1"/>
                </a:solidFill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4 unidades</a:t>
            </a:r>
          </a:p>
        </p:txBody>
      </p:sp>
      <p:sp>
        <p:nvSpPr>
          <p:cNvPr id="79" name="CaixaDeTexto 78">
            <a:extLst>
              <a:ext uri="{FF2B5EF4-FFF2-40B4-BE49-F238E27FC236}">
                <a16:creationId xmlns:a16="http://schemas.microsoft.com/office/drawing/2014/main" id="{27631A93-A237-65B1-DDCF-50F7AFE32B48}"/>
              </a:ext>
            </a:extLst>
          </p:cNvPr>
          <p:cNvSpPr txBox="1"/>
          <p:nvPr/>
        </p:nvSpPr>
        <p:spPr>
          <a:xfrm>
            <a:off x="10924419" y="3008256"/>
            <a:ext cx="84959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50" b="1" dirty="0">
                <a:solidFill>
                  <a:schemeClr val="bg1"/>
                </a:solidFill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1 unidade</a:t>
            </a:r>
          </a:p>
        </p:txBody>
      </p:sp>
      <p:cxnSp>
        <p:nvCxnSpPr>
          <p:cNvPr id="81" name="Conector reto 80">
            <a:extLst>
              <a:ext uri="{FF2B5EF4-FFF2-40B4-BE49-F238E27FC236}">
                <a16:creationId xmlns:a16="http://schemas.microsoft.com/office/drawing/2014/main" id="{1B2C5FF8-6628-0F80-57EC-465C3AD5658D}"/>
              </a:ext>
            </a:extLst>
          </p:cNvPr>
          <p:cNvCxnSpPr>
            <a:cxnSpLocks/>
          </p:cNvCxnSpPr>
          <p:nvPr/>
        </p:nvCxnSpPr>
        <p:spPr>
          <a:xfrm>
            <a:off x="9091070" y="2064861"/>
            <a:ext cx="0" cy="1413562"/>
          </a:xfrm>
          <a:prstGeom prst="line">
            <a:avLst/>
          </a:prstGeom>
          <a:ln w="38100">
            <a:solidFill>
              <a:schemeClr val="accent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Retângulo: Cantos Arredondados 81">
            <a:extLst>
              <a:ext uri="{FF2B5EF4-FFF2-40B4-BE49-F238E27FC236}">
                <a16:creationId xmlns:a16="http://schemas.microsoft.com/office/drawing/2014/main" id="{6AD3E597-9F34-2B86-CF1D-B304208DF462}"/>
              </a:ext>
            </a:extLst>
          </p:cNvPr>
          <p:cNvSpPr/>
          <p:nvPr/>
        </p:nvSpPr>
        <p:spPr>
          <a:xfrm>
            <a:off x="10515780" y="3409164"/>
            <a:ext cx="1330370" cy="209975"/>
          </a:xfrm>
          <a:prstGeom prst="roundRect">
            <a:avLst/>
          </a:prstGeom>
          <a:solidFill>
            <a:srgbClr val="4A4F55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800" dirty="0"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+3 Caminhões 10.000 L</a:t>
            </a:r>
          </a:p>
        </p:txBody>
      </p:sp>
      <p:sp>
        <p:nvSpPr>
          <p:cNvPr id="87" name="CaixaDeTexto 86">
            <a:extLst>
              <a:ext uri="{FF2B5EF4-FFF2-40B4-BE49-F238E27FC236}">
                <a16:creationId xmlns:a16="http://schemas.microsoft.com/office/drawing/2014/main" id="{F73C9D75-62AF-EBE4-F1AB-E7E9187E51D1}"/>
              </a:ext>
            </a:extLst>
          </p:cNvPr>
          <p:cNvSpPr txBox="1"/>
          <p:nvPr/>
        </p:nvSpPr>
        <p:spPr>
          <a:xfrm>
            <a:off x="1008414" y="3817384"/>
            <a:ext cx="42925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ROTAS</a:t>
            </a:r>
            <a:endParaRPr lang="en-US" sz="1200" dirty="0">
              <a:latin typeface="Microsoft GothicNeo" panose="020B0500000101010101" pitchFamily="34" charset="-127"/>
              <a:ea typeface="Microsoft GothicNeo" panose="020B0500000101010101" pitchFamily="34" charset="-127"/>
              <a:cs typeface="Microsoft GothicNeo" panose="020B0500000101010101" pitchFamily="34" charset="-127"/>
            </a:endParaRPr>
          </a:p>
        </p:txBody>
      </p:sp>
      <p:sp>
        <p:nvSpPr>
          <p:cNvPr id="88" name="Retângulo: Cantos Arredondados 87">
            <a:extLst>
              <a:ext uri="{FF2B5EF4-FFF2-40B4-BE49-F238E27FC236}">
                <a16:creationId xmlns:a16="http://schemas.microsoft.com/office/drawing/2014/main" id="{3B141323-E4CE-6600-181F-46C94C8E651B}"/>
              </a:ext>
            </a:extLst>
          </p:cNvPr>
          <p:cNvSpPr/>
          <p:nvPr/>
        </p:nvSpPr>
        <p:spPr>
          <a:xfrm>
            <a:off x="392966" y="4298865"/>
            <a:ext cx="2778979" cy="230832"/>
          </a:xfrm>
          <a:prstGeom prst="roundRect">
            <a:avLst/>
          </a:prstGeom>
          <a:gradFill flip="none" rotWithShape="1">
            <a:gsLst>
              <a:gs pos="100000">
                <a:schemeClr val="accent2"/>
              </a:gs>
              <a:gs pos="100000">
                <a:schemeClr val="accent2">
                  <a:lumMod val="20000"/>
                  <a:lumOff val="8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9" name="CaixaDeTexto 88">
            <a:extLst>
              <a:ext uri="{FF2B5EF4-FFF2-40B4-BE49-F238E27FC236}">
                <a16:creationId xmlns:a16="http://schemas.microsoft.com/office/drawing/2014/main" id="{66999E85-D7FE-649C-AE60-65B6D3EF7E02}"/>
              </a:ext>
            </a:extLst>
          </p:cNvPr>
          <p:cNvSpPr txBox="1"/>
          <p:nvPr/>
        </p:nvSpPr>
        <p:spPr>
          <a:xfrm>
            <a:off x="306000" y="4065408"/>
            <a:ext cx="149422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 b="1" dirty="0">
                <a:solidFill>
                  <a:schemeClr val="bg1"/>
                </a:solidFill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Dique</a:t>
            </a:r>
            <a:r>
              <a:rPr lang="pt-BR" sz="1050" b="1" dirty="0">
                <a:solidFill>
                  <a:schemeClr val="bg1"/>
                </a:solidFill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 de Segurança</a:t>
            </a:r>
          </a:p>
        </p:txBody>
      </p:sp>
      <p:sp>
        <p:nvSpPr>
          <p:cNvPr id="90" name="CaixaDeTexto 89">
            <a:extLst>
              <a:ext uri="{FF2B5EF4-FFF2-40B4-BE49-F238E27FC236}">
                <a16:creationId xmlns:a16="http://schemas.microsoft.com/office/drawing/2014/main" id="{A68A5C44-A231-7871-9EE9-801A30CF932E}"/>
              </a:ext>
            </a:extLst>
          </p:cNvPr>
          <p:cNvSpPr txBox="1"/>
          <p:nvPr/>
        </p:nvSpPr>
        <p:spPr>
          <a:xfrm>
            <a:off x="3154680" y="4294479"/>
            <a:ext cx="10473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00" b="1" dirty="0">
                <a:solidFill>
                  <a:schemeClr val="bg1"/>
                </a:solidFill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⏱️40 min</a:t>
            </a:r>
          </a:p>
        </p:txBody>
      </p:sp>
      <p:sp>
        <p:nvSpPr>
          <p:cNvPr id="91" name="CaixaDeTexto 90">
            <a:extLst>
              <a:ext uri="{FF2B5EF4-FFF2-40B4-BE49-F238E27FC236}">
                <a16:creationId xmlns:a16="http://schemas.microsoft.com/office/drawing/2014/main" id="{172175D4-BDA1-7A58-6576-96EF6E3D1985}"/>
              </a:ext>
            </a:extLst>
          </p:cNvPr>
          <p:cNvSpPr txBox="1"/>
          <p:nvPr/>
        </p:nvSpPr>
        <p:spPr>
          <a:xfrm>
            <a:off x="2719302" y="4298865"/>
            <a:ext cx="52960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00" b="1" dirty="0">
                <a:solidFill>
                  <a:schemeClr val="bg1"/>
                </a:solidFill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15 Km</a:t>
            </a:r>
          </a:p>
        </p:txBody>
      </p:sp>
      <p:sp>
        <p:nvSpPr>
          <p:cNvPr id="92" name="Retângulo: Cantos Arredondados 91">
            <a:extLst>
              <a:ext uri="{FF2B5EF4-FFF2-40B4-BE49-F238E27FC236}">
                <a16:creationId xmlns:a16="http://schemas.microsoft.com/office/drawing/2014/main" id="{79FE7293-E8EF-CDFC-06AF-6B64B1177B01}"/>
              </a:ext>
            </a:extLst>
          </p:cNvPr>
          <p:cNvSpPr/>
          <p:nvPr/>
        </p:nvSpPr>
        <p:spPr>
          <a:xfrm>
            <a:off x="392967" y="4822757"/>
            <a:ext cx="1923514" cy="230832"/>
          </a:xfrm>
          <a:prstGeom prst="roundRect">
            <a:avLst/>
          </a:prstGeom>
          <a:gradFill flip="none" rotWithShape="1">
            <a:gsLst>
              <a:gs pos="100000">
                <a:schemeClr val="accent2"/>
              </a:gs>
              <a:gs pos="100000">
                <a:schemeClr val="accent2">
                  <a:lumMod val="20000"/>
                  <a:lumOff val="8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3" name="CaixaDeTexto 92">
            <a:extLst>
              <a:ext uri="{FF2B5EF4-FFF2-40B4-BE49-F238E27FC236}">
                <a16:creationId xmlns:a16="http://schemas.microsoft.com/office/drawing/2014/main" id="{4877A46F-CFEF-A1A6-8742-2ADA77B460DC}"/>
              </a:ext>
            </a:extLst>
          </p:cNvPr>
          <p:cNvSpPr txBox="1"/>
          <p:nvPr/>
        </p:nvSpPr>
        <p:spPr>
          <a:xfrm>
            <a:off x="306000" y="4589300"/>
            <a:ext cx="12496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 b="1" dirty="0">
                <a:solidFill>
                  <a:schemeClr val="bg1"/>
                </a:solidFill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Acesso</a:t>
            </a:r>
            <a:r>
              <a:rPr lang="pt-BR" sz="1050" b="1" dirty="0">
                <a:solidFill>
                  <a:schemeClr val="bg1"/>
                </a:solidFill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 Principal</a:t>
            </a:r>
          </a:p>
        </p:txBody>
      </p:sp>
      <p:sp>
        <p:nvSpPr>
          <p:cNvPr id="95" name="CaixaDeTexto 94">
            <a:extLst>
              <a:ext uri="{FF2B5EF4-FFF2-40B4-BE49-F238E27FC236}">
                <a16:creationId xmlns:a16="http://schemas.microsoft.com/office/drawing/2014/main" id="{9408C3B9-AED1-2762-AA38-118CB14C02C3}"/>
              </a:ext>
            </a:extLst>
          </p:cNvPr>
          <p:cNvSpPr txBox="1"/>
          <p:nvPr/>
        </p:nvSpPr>
        <p:spPr>
          <a:xfrm>
            <a:off x="1818810" y="4822757"/>
            <a:ext cx="52960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00" b="1" dirty="0">
                <a:solidFill>
                  <a:schemeClr val="bg1"/>
                </a:solidFill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6 km</a:t>
            </a:r>
          </a:p>
        </p:txBody>
      </p:sp>
      <p:sp>
        <p:nvSpPr>
          <p:cNvPr id="100" name="CaixaDeTexto 99">
            <a:extLst>
              <a:ext uri="{FF2B5EF4-FFF2-40B4-BE49-F238E27FC236}">
                <a16:creationId xmlns:a16="http://schemas.microsoft.com/office/drawing/2014/main" id="{DD00D715-BA07-0C22-60D0-DE6C814EAF38}"/>
              </a:ext>
            </a:extLst>
          </p:cNvPr>
          <p:cNvSpPr txBox="1"/>
          <p:nvPr/>
        </p:nvSpPr>
        <p:spPr>
          <a:xfrm>
            <a:off x="4033517" y="4302950"/>
            <a:ext cx="10473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00" b="1" dirty="0">
                <a:solidFill>
                  <a:schemeClr val="bg1"/>
                </a:solidFill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1x</a:t>
            </a:r>
            <a:r>
              <a:rPr lang="pt-BR" sz="900" dirty="0">
                <a:solidFill>
                  <a:schemeClr val="bg1"/>
                </a:solidFill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🚛 </a:t>
            </a:r>
            <a:r>
              <a:rPr lang="pt-BR" sz="900" b="1" dirty="0">
                <a:solidFill>
                  <a:schemeClr val="bg1"/>
                </a:solidFill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10 mil L</a:t>
            </a:r>
          </a:p>
        </p:txBody>
      </p:sp>
      <p:sp>
        <p:nvSpPr>
          <p:cNvPr id="101" name="CaixaDeTexto 100">
            <a:extLst>
              <a:ext uri="{FF2B5EF4-FFF2-40B4-BE49-F238E27FC236}">
                <a16:creationId xmlns:a16="http://schemas.microsoft.com/office/drawing/2014/main" id="{D0055BCD-5BDF-0262-3570-788C8CDBF89C}"/>
              </a:ext>
            </a:extLst>
          </p:cNvPr>
          <p:cNvSpPr txBox="1"/>
          <p:nvPr/>
        </p:nvSpPr>
        <p:spPr>
          <a:xfrm>
            <a:off x="2124556" y="4819898"/>
            <a:ext cx="10473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00" b="1" dirty="0">
                <a:solidFill>
                  <a:schemeClr val="bg1"/>
                </a:solidFill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⏱️51 min</a:t>
            </a:r>
          </a:p>
        </p:txBody>
      </p:sp>
      <p:sp>
        <p:nvSpPr>
          <p:cNvPr id="102" name="CaixaDeTexto 101">
            <a:extLst>
              <a:ext uri="{FF2B5EF4-FFF2-40B4-BE49-F238E27FC236}">
                <a16:creationId xmlns:a16="http://schemas.microsoft.com/office/drawing/2014/main" id="{F3071597-547E-530B-E9CA-8FAB2AA04F77}"/>
              </a:ext>
            </a:extLst>
          </p:cNvPr>
          <p:cNvSpPr txBox="1"/>
          <p:nvPr/>
        </p:nvSpPr>
        <p:spPr>
          <a:xfrm>
            <a:off x="2940776" y="4816433"/>
            <a:ext cx="10473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00" b="1" dirty="0">
                <a:solidFill>
                  <a:schemeClr val="bg1"/>
                </a:solidFill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1x 🚛 20 mil L</a:t>
            </a:r>
          </a:p>
        </p:txBody>
      </p:sp>
      <p:sp>
        <p:nvSpPr>
          <p:cNvPr id="103" name="Retângulo: Cantos Arredondados 102">
            <a:extLst>
              <a:ext uri="{FF2B5EF4-FFF2-40B4-BE49-F238E27FC236}">
                <a16:creationId xmlns:a16="http://schemas.microsoft.com/office/drawing/2014/main" id="{C6D6223C-2A2A-94D6-1D54-2DA849880142}"/>
              </a:ext>
            </a:extLst>
          </p:cNvPr>
          <p:cNvSpPr/>
          <p:nvPr/>
        </p:nvSpPr>
        <p:spPr>
          <a:xfrm>
            <a:off x="376364" y="5377295"/>
            <a:ext cx="2040972" cy="230832"/>
          </a:xfrm>
          <a:prstGeom prst="roundRect">
            <a:avLst/>
          </a:prstGeom>
          <a:gradFill flip="none" rotWithShape="1">
            <a:gsLst>
              <a:gs pos="100000">
                <a:schemeClr val="accent2"/>
              </a:gs>
              <a:gs pos="100000">
                <a:schemeClr val="accent2">
                  <a:lumMod val="20000"/>
                  <a:lumOff val="8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4" name="CaixaDeTexto 103">
            <a:extLst>
              <a:ext uri="{FF2B5EF4-FFF2-40B4-BE49-F238E27FC236}">
                <a16:creationId xmlns:a16="http://schemas.microsoft.com/office/drawing/2014/main" id="{38FA9973-934C-52E3-EB41-A584FB8A1EB7}"/>
              </a:ext>
            </a:extLst>
          </p:cNvPr>
          <p:cNvSpPr txBox="1"/>
          <p:nvPr/>
        </p:nvSpPr>
        <p:spPr>
          <a:xfrm>
            <a:off x="1859945" y="5377295"/>
            <a:ext cx="61512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00" b="1" dirty="0">
                <a:solidFill>
                  <a:schemeClr val="bg1"/>
                </a:solidFill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6,5 km</a:t>
            </a:r>
          </a:p>
        </p:txBody>
      </p:sp>
      <p:sp>
        <p:nvSpPr>
          <p:cNvPr id="105" name="CaixaDeTexto 104">
            <a:extLst>
              <a:ext uri="{FF2B5EF4-FFF2-40B4-BE49-F238E27FC236}">
                <a16:creationId xmlns:a16="http://schemas.microsoft.com/office/drawing/2014/main" id="{4B14259A-A8F6-DD2D-6EDE-18752BEFB0D8}"/>
              </a:ext>
            </a:extLst>
          </p:cNvPr>
          <p:cNvSpPr txBox="1"/>
          <p:nvPr/>
        </p:nvSpPr>
        <p:spPr>
          <a:xfrm>
            <a:off x="2306527" y="5374436"/>
            <a:ext cx="10473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00" b="1" dirty="0">
                <a:solidFill>
                  <a:schemeClr val="bg1"/>
                </a:solidFill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⏱️45 min</a:t>
            </a:r>
          </a:p>
        </p:txBody>
      </p:sp>
      <p:sp>
        <p:nvSpPr>
          <p:cNvPr id="107" name="CaixaDeTexto 106">
            <a:extLst>
              <a:ext uri="{FF2B5EF4-FFF2-40B4-BE49-F238E27FC236}">
                <a16:creationId xmlns:a16="http://schemas.microsoft.com/office/drawing/2014/main" id="{930686E2-06BF-1C2D-F34D-026EB109A4F9}"/>
              </a:ext>
            </a:extLst>
          </p:cNvPr>
          <p:cNvSpPr txBox="1"/>
          <p:nvPr/>
        </p:nvSpPr>
        <p:spPr>
          <a:xfrm>
            <a:off x="-43282" y="5151698"/>
            <a:ext cx="12496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 b="1" dirty="0">
                <a:solidFill>
                  <a:schemeClr val="bg1"/>
                </a:solidFill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DRM</a:t>
            </a:r>
            <a:endParaRPr lang="pt-BR" sz="1050" b="1" dirty="0">
              <a:solidFill>
                <a:schemeClr val="bg1"/>
              </a:solidFill>
              <a:latin typeface="Microsoft GothicNeo" panose="020B0500000101010101" pitchFamily="34" charset="-127"/>
              <a:ea typeface="Microsoft GothicNeo" panose="020B0500000101010101" pitchFamily="34" charset="-127"/>
              <a:cs typeface="Microsoft GothicNeo" panose="020B0500000101010101" pitchFamily="34" charset="-127"/>
            </a:endParaRPr>
          </a:p>
        </p:txBody>
      </p:sp>
      <p:sp>
        <p:nvSpPr>
          <p:cNvPr id="108" name="Retângulo: Cantos Arredondados 107">
            <a:extLst>
              <a:ext uri="{FF2B5EF4-FFF2-40B4-BE49-F238E27FC236}">
                <a16:creationId xmlns:a16="http://schemas.microsoft.com/office/drawing/2014/main" id="{E51DCC76-4FE3-8ED2-E4EA-A5053E540B16}"/>
              </a:ext>
            </a:extLst>
          </p:cNvPr>
          <p:cNvSpPr/>
          <p:nvPr/>
        </p:nvSpPr>
        <p:spPr>
          <a:xfrm>
            <a:off x="392967" y="5892319"/>
            <a:ext cx="833484" cy="230832"/>
          </a:xfrm>
          <a:prstGeom prst="roundRect">
            <a:avLst/>
          </a:prstGeom>
          <a:gradFill flip="none" rotWithShape="1">
            <a:gsLst>
              <a:gs pos="100000">
                <a:schemeClr val="accent2"/>
              </a:gs>
              <a:gs pos="100000">
                <a:schemeClr val="accent2">
                  <a:lumMod val="20000"/>
                  <a:lumOff val="8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" name="CaixaDeTexto 108">
            <a:extLst>
              <a:ext uri="{FF2B5EF4-FFF2-40B4-BE49-F238E27FC236}">
                <a16:creationId xmlns:a16="http://schemas.microsoft.com/office/drawing/2014/main" id="{CB84D50F-984E-6A38-4720-9612AC1F7A79}"/>
              </a:ext>
            </a:extLst>
          </p:cNvPr>
          <p:cNvSpPr txBox="1"/>
          <p:nvPr/>
        </p:nvSpPr>
        <p:spPr>
          <a:xfrm>
            <a:off x="696328" y="5884205"/>
            <a:ext cx="55222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00" b="1" dirty="0">
                <a:solidFill>
                  <a:schemeClr val="bg1"/>
                </a:solidFill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2,5 km</a:t>
            </a:r>
          </a:p>
        </p:txBody>
      </p:sp>
      <p:sp>
        <p:nvSpPr>
          <p:cNvPr id="110" name="CaixaDeTexto 109">
            <a:extLst>
              <a:ext uri="{FF2B5EF4-FFF2-40B4-BE49-F238E27FC236}">
                <a16:creationId xmlns:a16="http://schemas.microsoft.com/office/drawing/2014/main" id="{786300DF-09E9-7D40-3132-7DB2F8A6BF32}"/>
              </a:ext>
            </a:extLst>
          </p:cNvPr>
          <p:cNvSpPr txBox="1"/>
          <p:nvPr/>
        </p:nvSpPr>
        <p:spPr>
          <a:xfrm>
            <a:off x="1008502" y="5881101"/>
            <a:ext cx="10473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00" b="1" dirty="0">
                <a:solidFill>
                  <a:schemeClr val="bg1"/>
                </a:solidFill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⏱️32 min</a:t>
            </a:r>
          </a:p>
        </p:txBody>
      </p:sp>
      <p:sp>
        <p:nvSpPr>
          <p:cNvPr id="111" name="CaixaDeTexto 110">
            <a:extLst>
              <a:ext uri="{FF2B5EF4-FFF2-40B4-BE49-F238E27FC236}">
                <a16:creationId xmlns:a16="http://schemas.microsoft.com/office/drawing/2014/main" id="{3F4CDC3E-91F5-F659-F25E-EC55DB6A7A2B}"/>
              </a:ext>
            </a:extLst>
          </p:cNvPr>
          <p:cNvSpPr txBox="1"/>
          <p:nvPr/>
        </p:nvSpPr>
        <p:spPr>
          <a:xfrm>
            <a:off x="1824722" y="5877636"/>
            <a:ext cx="10473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00" b="1" dirty="0">
                <a:solidFill>
                  <a:schemeClr val="bg1"/>
                </a:solidFill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1x 🚛 10 mil L</a:t>
            </a:r>
          </a:p>
        </p:txBody>
      </p:sp>
      <p:sp>
        <p:nvSpPr>
          <p:cNvPr id="112" name="CaixaDeTexto 111">
            <a:extLst>
              <a:ext uri="{FF2B5EF4-FFF2-40B4-BE49-F238E27FC236}">
                <a16:creationId xmlns:a16="http://schemas.microsoft.com/office/drawing/2014/main" id="{EE209AFF-7920-CD2B-E530-D3DB0D4E3FBD}"/>
              </a:ext>
            </a:extLst>
          </p:cNvPr>
          <p:cNvSpPr txBox="1"/>
          <p:nvPr/>
        </p:nvSpPr>
        <p:spPr>
          <a:xfrm>
            <a:off x="205105" y="5677126"/>
            <a:ext cx="12496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 b="1" dirty="0">
                <a:solidFill>
                  <a:schemeClr val="bg1"/>
                </a:solidFill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Cimentação</a:t>
            </a:r>
          </a:p>
        </p:txBody>
      </p:sp>
      <p:sp>
        <p:nvSpPr>
          <p:cNvPr id="113" name="CaixaDeTexto 112">
            <a:extLst>
              <a:ext uri="{FF2B5EF4-FFF2-40B4-BE49-F238E27FC236}">
                <a16:creationId xmlns:a16="http://schemas.microsoft.com/office/drawing/2014/main" id="{1BC86FFE-9AF8-20F4-E82E-8C5AA2F3BE1A}"/>
              </a:ext>
            </a:extLst>
          </p:cNvPr>
          <p:cNvSpPr txBox="1"/>
          <p:nvPr/>
        </p:nvSpPr>
        <p:spPr>
          <a:xfrm>
            <a:off x="3145384" y="5378811"/>
            <a:ext cx="10473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00" b="1" dirty="0">
                <a:solidFill>
                  <a:schemeClr val="bg1"/>
                </a:solidFill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2x 🚛 10 mil L</a:t>
            </a:r>
          </a:p>
        </p:txBody>
      </p:sp>
      <p:sp>
        <p:nvSpPr>
          <p:cNvPr id="115" name="CaixaDeTexto 114">
            <a:extLst>
              <a:ext uri="{FF2B5EF4-FFF2-40B4-BE49-F238E27FC236}">
                <a16:creationId xmlns:a16="http://schemas.microsoft.com/office/drawing/2014/main" id="{60FB5B0C-5ACD-93E4-E333-99505949BD7C}"/>
              </a:ext>
            </a:extLst>
          </p:cNvPr>
          <p:cNvSpPr txBox="1"/>
          <p:nvPr/>
        </p:nvSpPr>
        <p:spPr>
          <a:xfrm>
            <a:off x="7023760" y="3822886"/>
            <a:ext cx="42925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RISCOS</a:t>
            </a:r>
            <a:endParaRPr lang="en-US" sz="1200" b="1" dirty="0">
              <a:latin typeface="Microsoft GothicNeo" panose="020B0500000101010101" pitchFamily="34" charset="-127"/>
              <a:ea typeface="Microsoft GothicNeo" panose="020B0500000101010101" pitchFamily="34" charset="-127"/>
              <a:cs typeface="Microsoft GothicNeo" panose="020B0500000101010101" pitchFamily="34" charset="-127"/>
            </a:endParaRPr>
          </a:p>
        </p:txBody>
      </p:sp>
      <p:sp>
        <p:nvSpPr>
          <p:cNvPr id="121" name="CaixaDeTexto 120">
            <a:extLst>
              <a:ext uri="{FF2B5EF4-FFF2-40B4-BE49-F238E27FC236}">
                <a16:creationId xmlns:a16="http://schemas.microsoft.com/office/drawing/2014/main" id="{A13CAA1C-6601-4F25-713B-C2BC8861D1C1}"/>
              </a:ext>
            </a:extLst>
          </p:cNvPr>
          <p:cNvSpPr txBox="1"/>
          <p:nvPr/>
        </p:nvSpPr>
        <p:spPr>
          <a:xfrm>
            <a:off x="9296826" y="4081378"/>
            <a:ext cx="29572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🏠</a:t>
            </a:r>
            <a:r>
              <a:rPr lang="pt-BR" sz="1100" b="1" dirty="0">
                <a:solidFill>
                  <a:schemeClr val="bg1"/>
                </a:solidFill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Comunidade Saúde:</a:t>
            </a:r>
            <a:endParaRPr lang="pt-BR" sz="1200" b="1" dirty="0">
              <a:solidFill>
                <a:schemeClr val="bg1"/>
              </a:solidFill>
              <a:latin typeface="Microsoft GothicNeo" panose="020B0500000101010101" pitchFamily="34" charset="-127"/>
              <a:ea typeface="Microsoft GothicNeo" panose="020B0500000101010101" pitchFamily="34" charset="-127"/>
              <a:cs typeface="Microsoft GothicNeo" panose="020B0500000101010101" pitchFamily="34" charset="-127"/>
            </a:endParaRPr>
          </a:p>
        </p:txBody>
      </p:sp>
      <p:sp>
        <p:nvSpPr>
          <p:cNvPr id="122" name="CaixaDeTexto 121">
            <a:extLst>
              <a:ext uri="{FF2B5EF4-FFF2-40B4-BE49-F238E27FC236}">
                <a16:creationId xmlns:a16="http://schemas.microsoft.com/office/drawing/2014/main" id="{BF9226CC-4313-BAE9-46E5-8C227B87A4CC}"/>
              </a:ext>
            </a:extLst>
          </p:cNvPr>
          <p:cNvSpPr txBox="1"/>
          <p:nvPr/>
        </p:nvSpPr>
        <p:spPr>
          <a:xfrm>
            <a:off x="9375536" y="4409895"/>
            <a:ext cx="2678673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dirty="0">
                <a:solidFill>
                  <a:schemeClr val="bg1"/>
                </a:solidFill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Denúncias e exposição a particulado. </a:t>
            </a:r>
          </a:p>
          <a:p>
            <a:endParaRPr lang="pt-BR" sz="600" dirty="0">
              <a:solidFill>
                <a:schemeClr val="bg1"/>
              </a:solidFill>
              <a:latin typeface="Microsoft GothicNeo" panose="020B0500000101010101" pitchFamily="34" charset="-127"/>
              <a:ea typeface="Microsoft GothicNeo" panose="020B0500000101010101" pitchFamily="34" charset="-127"/>
              <a:cs typeface="Microsoft GothicNeo" panose="020B0500000101010101" pitchFamily="34" charset="-127"/>
            </a:endParaRPr>
          </a:p>
        </p:txBody>
      </p:sp>
      <p:grpSp>
        <p:nvGrpSpPr>
          <p:cNvPr id="36" name="Agrupar 35">
            <a:extLst>
              <a:ext uri="{FF2B5EF4-FFF2-40B4-BE49-F238E27FC236}">
                <a16:creationId xmlns:a16="http://schemas.microsoft.com/office/drawing/2014/main" id="{E012AA96-E63B-3EA6-9369-9E3744582A85}"/>
              </a:ext>
            </a:extLst>
          </p:cNvPr>
          <p:cNvGrpSpPr/>
          <p:nvPr/>
        </p:nvGrpSpPr>
        <p:grpSpPr>
          <a:xfrm>
            <a:off x="4420796" y="861675"/>
            <a:ext cx="1521904" cy="749808"/>
            <a:chOff x="3653439" y="943270"/>
            <a:chExt cx="1559904" cy="914400"/>
          </a:xfrm>
        </p:grpSpPr>
        <p:sp>
          <p:nvSpPr>
            <p:cNvPr id="16" name="Retângulo: Cantos Arredondados 15">
              <a:extLst>
                <a:ext uri="{FF2B5EF4-FFF2-40B4-BE49-F238E27FC236}">
                  <a16:creationId xmlns:a16="http://schemas.microsoft.com/office/drawing/2014/main" id="{0E3FA816-AEE1-8010-0A25-A3CB15284ECC}"/>
                </a:ext>
              </a:extLst>
            </p:cNvPr>
            <p:cNvSpPr/>
            <p:nvPr/>
          </p:nvSpPr>
          <p:spPr>
            <a:xfrm>
              <a:off x="3653439" y="943270"/>
              <a:ext cx="1559904" cy="914400"/>
            </a:xfrm>
            <a:prstGeom prst="roundRect">
              <a:avLst/>
            </a:prstGeom>
            <a:solidFill>
              <a:srgbClr val="96989B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600" dirty="0"/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1CBE09E6-BCD8-F6DC-AC5B-16D9F6E644B8}"/>
                </a:ext>
              </a:extLst>
            </p:cNvPr>
            <p:cNvSpPr txBox="1"/>
            <p:nvPr/>
          </p:nvSpPr>
          <p:spPr>
            <a:xfrm>
              <a:off x="4191546" y="985544"/>
              <a:ext cx="519939" cy="2604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100" dirty="0"/>
                <a:t>🛣️</a:t>
              </a:r>
            </a:p>
          </p:txBody>
        </p:sp>
        <p:sp>
          <p:nvSpPr>
            <p:cNvPr id="19" name="CaixaDeTexto 18">
              <a:extLst>
                <a:ext uri="{FF2B5EF4-FFF2-40B4-BE49-F238E27FC236}">
                  <a16:creationId xmlns:a16="http://schemas.microsoft.com/office/drawing/2014/main" id="{D54B583D-03A6-173E-E780-EF18B5B3DE39}"/>
                </a:ext>
              </a:extLst>
            </p:cNvPr>
            <p:cNvSpPr txBox="1"/>
            <p:nvPr/>
          </p:nvSpPr>
          <p:spPr>
            <a:xfrm>
              <a:off x="3719953" y="1312515"/>
              <a:ext cx="1464103" cy="5254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100" b="1" dirty="0">
                  <a:solidFill>
                    <a:schemeClr val="bg1"/>
                  </a:solidFill>
                  <a:latin typeface="Microsoft GothicNeo" panose="020B0500000101010101" pitchFamily="34" charset="-127"/>
                  <a:ea typeface="Microsoft GothicNeo" panose="020B0500000101010101" pitchFamily="34" charset="-127"/>
                  <a:cs typeface="Microsoft GothicNeo" panose="020B0500000101010101" pitchFamily="34" charset="-127"/>
                </a:rPr>
                <a:t>Perímetro Crítico:</a:t>
              </a:r>
            </a:p>
            <a:p>
              <a:pPr algn="ctr"/>
              <a:r>
                <a:rPr lang="pt-BR" sz="1100" b="1" dirty="0">
                  <a:solidFill>
                    <a:schemeClr val="bg1"/>
                  </a:solidFill>
                  <a:latin typeface="Microsoft GothicNeo" panose="020B0500000101010101" pitchFamily="34" charset="-127"/>
                  <a:ea typeface="Microsoft GothicNeo" panose="020B0500000101010101" pitchFamily="34" charset="-127"/>
                  <a:cs typeface="Microsoft GothicNeo" panose="020B0500000101010101" pitchFamily="34" charset="-127"/>
                </a:rPr>
                <a:t>30 km</a:t>
              </a:r>
            </a:p>
          </p:txBody>
        </p:sp>
      </p:grp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A575632C-3CFF-F08E-1E9C-2F1A8DB97845}"/>
              </a:ext>
            </a:extLst>
          </p:cNvPr>
          <p:cNvSpPr/>
          <p:nvPr/>
        </p:nvSpPr>
        <p:spPr>
          <a:xfrm>
            <a:off x="6386613" y="-4859789"/>
            <a:ext cx="1559904" cy="914400"/>
          </a:xfrm>
          <a:prstGeom prst="roundRect">
            <a:avLst/>
          </a:prstGeom>
          <a:solidFill>
            <a:srgbClr val="96989B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35" name="Agrupar 34">
            <a:extLst>
              <a:ext uri="{FF2B5EF4-FFF2-40B4-BE49-F238E27FC236}">
                <a16:creationId xmlns:a16="http://schemas.microsoft.com/office/drawing/2014/main" id="{F1F1090B-6769-B038-9FDC-1BF766FD47E4}"/>
              </a:ext>
            </a:extLst>
          </p:cNvPr>
          <p:cNvGrpSpPr/>
          <p:nvPr/>
        </p:nvGrpSpPr>
        <p:grpSpPr>
          <a:xfrm>
            <a:off x="2294898" y="870637"/>
            <a:ext cx="1558800" cy="741365"/>
            <a:chOff x="1903653" y="933347"/>
            <a:chExt cx="1617642" cy="914400"/>
          </a:xfrm>
        </p:grpSpPr>
        <p:sp>
          <p:nvSpPr>
            <p:cNvPr id="8" name="Retângulo: Cantos Arredondados 7">
              <a:extLst>
                <a:ext uri="{FF2B5EF4-FFF2-40B4-BE49-F238E27FC236}">
                  <a16:creationId xmlns:a16="http://schemas.microsoft.com/office/drawing/2014/main" id="{B409519F-E7F1-39B4-9ADB-E66D04B1CD8B}"/>
                </a:ext>
              </a:extLst>
            </p:cNvPr>
            <p:cNvSpPr/>
            <p:nvPr/>
          </p:nvSpPr>
          <p:spPr>
            <a:xfrm>
              <a:off x="1941135" y="933347"/>
              <a:ext cx="1559904" cy="914400"/>
            </a:xfrm>
            <a:prstGeom prst="roundRect">
              <a:avLst/>
            </a:prstGeom>
            <a:solidFill>
              <a:srgbClr val="96989B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600" dirty="0"/>
            </a:p>
          </p:txBody>
        </p:sp>
        <p:sp>
          <p:nvSpPr>
            <p:cNvPr id="10" name="CaixaDeTexto 9">
              <a:extLst>
                <a:ext uri="{FF2B5EF4-FFF2-40B4-BE49-F238E27FC236}">
                  <a16:creationId xmlns:a16="http://schemas.microsoft.com/office/drawing/2014/main" id="{E70FC7D6-A1DE-0547-EB92-C1FCB25DC96C}"/>
                </a:ext>
              </a:extLst>
            </p:cNvPr>
            <p:cNvSpPr txBox="1"/>
            <p:nvPr/>
          </p:nvSpPr>
          <p:spPr>
            <a:xfrm>
              <a:off x="1903653" y="1278993"/>
              <a:ext cx="1617642" cy="4290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100" b="1" dirty="0">
                  <a:solidFill>
                    <a:schemeClr val="bg1"/>
                  </a:solidFill>
                  <a:latin typeface="Microsoft GothicNeo" panose="020B0500000101010101" pitchFamily="34" charset="-127"/>
                  <a:ea typeface="Microsoft GothicNeo" panose="020B0500000101010101" pitchFamily="34" charset="-127"/>
                  <a:cs typeface="Microsoft GothicNeo" panose="020B0500000101010101" pitchFamily="34" charset="-127"/>
                </a:rPr>
                <a:t>Volume Utilizado</a:t>
              </a:r>
            </a:p>
            <a:p>
              <a:pPr algn="ctr"/>
              <a:r>
                <a:rPr lang="pt-BR" sz="1100" b="1" dirty="0">
                  <a:solidFill>
                    <a:schemeClr val="bg1"/>
                  </a:solidFill>
                  <a:latin typeface="Microsoft GothicNeo" panose="020B0500000101010101" pitchFamily="34" charset="-127"/>
                  <a:ea typeface="Microsoft GothicNeo" panose="020B0500000101010101" pitchFamily="34" charset="-127"/>
                  <a:cs typeface="Microsoft GothicNeo" panose="020B0500000101010101" pitchFamily="34" charset="-127"/>
                </a:rPr>
                <a:t>330 mil L/dia</a:t>
              </a:r>
            </a:p>
          </p:txBody>
        </p:sp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id="{D1DED534-16B5-0DA7-CD2C-21086411A2F7}"/>
                </a:ext>
              </a:extLst>
            </p:cNvPr>
            <p:cNvSpPr txBox="1"/>
            <p:nvPr/>
          </p:nvSpPr>
          <p:spPr>
            <a:xfrm>
              <a:off x="2484735" y="983725"/>
              <a:ext cx="469133" cy="2604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100" dirty="0"/>
                <a:t>💧</a:t>
              </a:r>
            </a:p>
          </p:txBody>
        </p:sp>
      </p:grpSp>
      <p:grpSp>
        <p:nvGrpSpPr>
          <p:cNvPr id="43" name="Agrupar 42">
            <a:extLst>
              <a:ext uri="{FF2B5EF4-FFF2-40B4-BE49-F238E27FC236}">
                <a16:creationId xmlns:a16="http://schemas.microsoft.com/office/drawing/2014/main" id="{B8D71E8F-196F-34B2-E46A-788071E86D07}"/>
              </a:ext>
            </a:extLst>
          </p:cNvPr>
          <p:cNvGrpSpPr/>
          <p:nvPr/>
        </p:nvGrpSpPr>
        <p:grpSpPr>
          <a:xfrm>
            <a:off x="6461421" y="860711"/>
            <a:ext cx="1568753" cy="752554"/>
            <a:chOff x="5356894" y="943270"/>
            <a:chExt cx="1568753" cy="928200"/>
          </a:xfrm>
        </p:grpSpPr>
        <p:sp>
          <p:nvSpPr>
            <p:cNvPr id="44" name="Retângulo: Cantos Arredondados 43">
              <a:extLst>
                <a:ext uri="{FF2B5EF4-FFF2-40B4-BE49-F238E27FC236}">
                  <a16:creationId xmlns:a16="http://schemas.microsoft.com/office/drawing/2014/main" id="{E8235B2B-C5E8-5416-ED27-C0278220E034}"/>
                </a:ext>
              </a:extLst>
            </p:cNvPr>
            <p:cNvSpPr/>
            <p:nvPr/>
          </p:nvSpPr>
          <p:spPr>
            <a:xfrm>
              <a:off x="5365743" y="943270"/>
              <a:ext cx="1559904" cy="914400"/>
            </a:xfrm>
            <a:prstGeom prst="roundRect">
              <a:avLst/>
            </a:prstGeom>
            <a:solidFill>
              <a:srgbClr val="96989B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600" dirty="0"/>
            </a:p>
          </p:txBody>
        </p:sp>
        <p:sp>
          <p:nvSpPr>
            <p:cNvPr id="46" name="CaixaDeTexto 45">
              <a:extLst>
                <a:ext uri="{FF2B5EF4-FFF2-40B4-BE49-F238E27FC236}">
                  <a16:creationId xmlns:a16="http://schemas.microsoft.com/office/drawing/2014/main" id="{B67DBD9F-29C7-94CB-1F30-94FE6D580883}"/>
                </a:ext>
              </a:extLst>
            </p:cNvPr>
            <p:cNvSpPr txBox="1"/>
            <p:nvPr/>
          </p:nvSpPr>
          <p:spPr>
            <a:xfrm>
              <a:off x="5356894" y="1340014"/>
              <a:ext cx="1548998" cy="5314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100" b="1" dirty="0">
                  <a:solidFill>
                    <a:schemeClr val="bg1"/>
                  </a:solidFill>
                  <a:latin typeface="Microsoft GothicNeo" panose="020B0500000101010101" pitchFamily="34" charset="-127"/>
                  <a:ea typeface="Microsoft GothicNeo" panose="020B0500000101010101" pitchFamily="34" charset="-127"/>
                  <a:cs typeface="Microsoft GothicNeo" panose="020B0500000101010101" pitchFamily="34" charset="-127"/>
                </a:rPr>
                <a:t>Frota Necessária </a:t>
              </a:r>
            </a:p>
            <a:p>
              <a:pPr algn="ctr"/>
              <a:r>
                <a:rPr lang="pt-BR" sz="1100" b="1" dirty="0">
                  <a:solidFill>
                    <a:schemeClr val="bg1"/>
                  </a:solidFill>
                  <a:latin typeface="Microsoft GothicNeo" panose="020B0500000101010101" pitchFamily="34" charset="-127"/>
                  <a:ea typeface="Microsoft GothicNeo" panose="020B0500000101010101" pitchFamily="34" charset="-127"/>
                  <a:cs typeface="Microsoft GothicNeo" panose="020B0500000101010101" pitchFamily="34" charset="-127"/>
                </a:rPr>
                <a:t>5</a:t>
              </a:r>
            </a:p>
          </p:txBody>
        </p:sp>
      </p:grpSp>
      <p:grpSp>
        <p:nvGrpSpPr>
          <p:cNvPr id="60" name="Agrupar 59">
            <a:extLst>
              <a:ext uri="{FF2B5EF4-FFF2-40B4-BE49-F238E27FC236}">
                <a16:creationId xmlns:a16="http://schemas.microsoft.com/office/drawing/2014/main" id="{1DB6EB91-0454-4A15-774D-D97463A75AED}"/>
              </a:ext>
            </a:extLst>
          </p:cNvPr>
          <p:cNvGrpSpPr/>
          <p:nvPr/>
        </p:nvGrpSpPr>
        <p:grpSpPr>
          <a:xfrm>
            <a:off x="8523570" y="870637"/>
            <a:ext cx="1617642" cy="741365"/>
            <a:chOff x="1941135" y="933347"/>
            <a:chExt cx="1617642" cy="914400"/>
          </a:xfrm>
        </p:grpSpPr>
        <p:sp>
          <p:nvSpPr>
            <p:cNvPr id="61" name="Retângulo: Cantos Arredondados 60">
              <a:extLst>
                <a:ext uri="{FF2B5EF4-FFF2-40B4-BE49-F238E27FC236}">
                  <a16:creationId xmlns:a16="http://schemas.microsoft.com/office/drawing/2014/main" id="{F0FDEA29-D952-1472-C6BE-A10C257374F5}"/>
                </a:ext>
              </a:extLst>
            </p:cNvPr>
            <p:cNvSpPr/>
            <p:nvPr/>
          </p:nvSpPr>
          <p:spPr>
            <a:xfrm>
              <a:off x="1941135" y="933347"/>
              <a:ext cx="1559904" cy="914400"/>
            </a:xfrm>
            <a:prstGeom prst="roundRect">
              <a:avLst/>
            </a:prstGeom>
            <a:solidFill>
              <a:srgbClr val="96989B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600" dirty="0"/>
            </a:p>
          </p:txBody>
        </p:sp>
        <p:sp>
          <p:nvSpPr>
            <p:cNvPr id="62" name="CaixaDeTexto 61">
              <a:extLst>
                <a:ext uri="{FF2B5EF4-FFF2-40B4-BE49-F238E27FC236}">
                  <a16:creationId xmlns:a16="http://schemas.microsoft.com/office/drawing/2014/main" id="{2B4F362B-6950-40AB-873B-4D366426BB4A}"/>
                </a:ext>
              </a:extLst>
            </p:cNvPr>
            <p:cNvSpPr txBox="1"/>
            <p:nvPr/>
          </p:nvSpPr>
          <p:spPr>
            <a:xfrm>
              <a:off x="1941135" y="1291520"/>
              <a:ext cx="1617642" cy="4290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100" b="1" dirty="0">
                  <a:solidFill>
                    <a:schemeClr val="bg1"/>
                  </a:solidFill>
                  <a:latin typeface="Microsoft GothicNeo" panose="020B0500000101010101" pitchFamily="34" charset="-127"/>
                  <a:ea typeface="Microsoft GothicNeo" panose="020B0500000101010101" pitchFamily="34" charset="-127"/>
                  <a:cs typeface="Microsoft GothicNeo" panose="020B0500000101010101" pitchFamily="34" charset="-127"/>
                </a:rPr>
                <a:t>Volume Necessário</a:t>
              </a:r>
            </a:p>
            <a:p>
              <a:pPr algn="ctr"/>
              <a:r>
                <a:rPr lang="pt-BR" sz="1100" b="1" dirty="0">
                  <a:solidFill>
                    <a:schemeClr val="bg1"/>
                  </a:solidFill>
                  <a:latin typeface="Microsoft GothicNeo" panose="020B0500000101010101" pitchFamily="34" charset="-127"/>
                  <a:ea typeface="Microsoft GothicNeo" panose="020B0500000101010101" pitchFamily="34" charset="-127"/>
                  <a:cs typeface="Microsoft GothicNeo" panose="020B0500000101010101" pitchFamily="34" charset="-127"/>
                </a:rPr>
                <a:t>660 mil L/dia</a:t>
              </a:r>
            </a:p>
          </p:txBody>
        </p:sp>
        <p:sp>
          <p:nvSpPr>
            <p:cNvPr id="63" name="CaixaDeTexto 62">
              <a:extLst>
                <a:ext uri="{FF2B5EF4-FFF2-40B4-BE49-F238E27FC236}">
                  <a16:creationId xmlns:a16="http://schemas.microsoft.com/office/drawing/2014/main" id="{5B9043E2-3001-9368-6DF7-BE432F21A4B9}"/>
                </a:ext>
              </a:extLst>
            </p:cNvPr>
            <p:cNvSpPr txBox="1"/>
            <p:nvPr/>
          </p:nvSpPr>
          <p:spPr>
            <a:xfrm>
              <a:off x="2484735" y="983725"/>
              <a:ext cx="469133" cy="2604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100" dirty="0"/>
                <a:t>💧</a:t>
              </a:r>
            </a:p>
          </p:txBody>
        </p:sp>
      </p:grpSp>
      <p:sp>
        <p:nvSpPr>
          <p:cNvPr id="96" name="CaixaDeTexto 95">
            <a:extLst>
              <a:ext uri="{FF2B5EF4-FFF2-40B4-BE49-F238E27FC236}">
                <a16:creationId xmlns:a16="http://schemas.microsoft.com/office/drawing/2014/main" id="{F6A5DB13-2042-E2DE-8ACE-2840068179E2}"/>
              </a:ext>
            </a:extLst>
          </p:cNvPr>
          <p:cNvSpPr txBox="1"/>
          <p:nvPr/>
        </p:nvSpPr>
        <p:spPr>
          <a:xfrm>
            <a:off x="6452300" y="4112004"/>
            <a:ext cx="225411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⚙ </a:t>
            </a:r>
            <a:r>
              <a:rPr lang="pt-BR" sz="1100" b="1" dirty="0">
                <a:solidFill>
                  <a:schemeClr val="bg1"/>
                </a:solidFill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TAC:</a:t>
            </a:r>
            <a:endParaRPr lang="pt-BR" sz="1100" dirty="0">
              <a:solidFill>
                <a:schemeClr val="bg1"/>
              </a:solidFill>
              <a:latin typeface="Microsoft GothicNeo" panose="020B0500000101010101" pitchFamily="34" charset="-127"/>
              <a:ea typeface="Microsoft GothicNeo" panose="020B0500000101010101" pitchFamily="34" charset="-127"/>
              <a:cs typeface="Microsoft GothicNeo" panose="020B0500000101010101" pitchFamily="34" charset="-127"/>
            </a:endParaRPr>
          </a:p>
          <a:p>
            <a:endParaRPr lang="pt-BR" sz="1200" b="1" dirty="0">
              <a:solidFill>
                <a:schemeClr val="bg1"/>
              </a:solidFill>
              <a:latin typeface="Microsoft GothicNeo" panose="020B0500000101010101" pitchFamily="34" charset="-127"/>
              <a:ea typeface="Microsoft GothicNeo" panose="020B0500000101010101" pitchFamily="34" charset="-127"/>
              <a:cs typeface="Microsoft GothicNeo" panose="020B0500000101010101" pitchFamily="34" charset="-127"/>
            </a:endParaRPr>
          </a:p>
        </p:txBody>
      </p:sp>
      <p:sp>
        <p:nvSpPr>
          <p:cNvPr id="97" name="CaixaDeTexto 96">
            <a:extLst>
              <a:ext uri="{FF2B5EF4-FFF2-40B4-BE49-F238E27FC236}">
                <a16:creationId xmlns:a16="http://schemas.microsoft.com/office/drawing/2014/main" id="{8962CFF3-AB36-AF24-0040-061B7F3805E2}"/>
              </a:ext>
            </a:extLst>
          </p:cNvPr>
          <p:cNvSpPr txBox="1"/>
          <p:nvPr/>
        </p:nvSpPr>
        <p:spPr>
          <a:xfrm>
            <a:off x="6503018" y="4412087"/>
            <a:ext cx="278469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dirty="0">
                <a:solidFill>
                  <a:schemeClr val="bg1"/>
                </a:solidFill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Multas e suspensão da operação.</a:t>
            </a:r>
            <a:endParaRPr lang="pt-BR" sz="500" dirty="0">
              <a:solidFill>
                <a:schemeClr val="bg1"/>
              </a:solidFill>
              <a:latin typeface="Microsoft GothicNeo" panose="020B0500000101010101" pitchFamily="34" charset="-127"/>
              <a:ea typeface="Microsoft GothicNeo" panose="020B0500000101010101" pitchFamily="34" charset="-127"/>
              <a:cs typeface="Microsoft GothicNeo" panose="020B0500000101010101" pitchFamily="34" charset="-127"/>
            </a:endParaRPr>
          </a:p>
        </p:txBody>
      </p:sp>
      <p:sp>
        <p:nvSpPr>
          <p:cNvPr id="98" name="Retângulo: Cantos Arredondados 97">
            <a:extLst>
              <a:ext uri="{FF2B5EF4-FFF2-40B4-BE49-F238E27FC236}">
                <a16:creationId xmlns:a16="http://schemas.microsoft.com/office/drawing/2014/main" id="{C3DEF943-543D-7635-340E-343F5323B2DA}"/>
              </a:ext>
            </a:extLst>
          </p:cNvPr>
          <p:cNvSpPr/>
          <p:nvPr/>
        </p:nvSpPr>
        <p:spPr>
          <a:xfrm>
            <a:off x="6256413" y="5013276"/>
            <a:ext cx="5837094" cy="1613382"/>
          </a:xfrm>
          <a:prstGeom prst="roundRect">
            <a:avLst>
              <a:gd name="adj" fmla="val 9808"/>
            </a:avLst>
          </a:prstGeom>
          <a:solidFill>
            <a:schemeClr val="bg1">
              <a:lumMod val="6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9" name="CaixaDeTexto 98">
            <a:extLst>
              <a:ext uri="{FF2B5EF4-FFF2-40B4-BE49-F238E27FC236}">
                <a16:creationId xmlns:a16="http://schemas.microsoft.com/office/drawing/2014/main" id="{1BD53D5D-5407-C5E2-2034-50ABAB8FBD51}"/>
              </a:ext>
            </a:extLst>
          </p:cNvPr>
          <p:cNvSpPr txBox="1"/>
          <p:nvPr/>
        </p:nvSpPr>
        <p:spPr>
          <a:xfrm>
            <a:off x="7431424" y="5092433"/>
            <a:ext cx="42925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PLANO DE AÇÃO</a:t>
            </a:r>
            <a:endParaRPr lang="en-US" sz="1100" b="1" dirty="0">
              <a:latin typeface="Microsoft GothicNeo" panose="020B0500000101010101" pitchFamily="34" charset="-127"/>
              <a:ea typeface="Microsoft GothicNeo" panose="020B0500000101010101" pitchFamily="34" charset="-127"/>
              <a:cs typeface="Microsoft GothicNeo" panose="020B0500000101010101" pitchFamily="34" charset="-127"/>
            </a:endParaRPr>
          </a:p>
        </p:txBody>
      </p:sp>
      <p:sp>
        <p:nvSpPr>
          <p:cNvPr id="106" name="Retângulo de cantos arredondados 39">
            <a:extLst>
              <a:ext uri="{FF2B5EF4-FFF2-40B4-BE49-F238E27FC236}">
                <a16:creationId xmlns:a16="http://schemas.microsoft.com/office/drawing/2014/main" id="{60E5E4DC-9FC8-679C-A0A2-754F077CFF15}"/>
              </a:ext>
            </a:extLst>
          </p:cNvPr>
          <p:cNvSpPr/>
          <p:nvPr/>
        </p:nvSpPr>
        <p:spPr>
          <a:xfrm>
            <a:off x="6439224" y="5126211"/>
            <a:ext cx="1593393" cy="211294"/>
          </a:xfrm>
          <a:prstGeom prst="roundRect">
            <a:avLst>
              <a:gd name="adj" fmla="val 50000"/>
            </a:avLst>
          </a:prstGeom>
          <a:solidFill>
            <a:srgbClr val="FF4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700" b="1" dirty="0">
                <a:solidFill>
                  <a:srgbClr val="FFFFFF"/>
                </a:solidFill>
                <a:latin typeface="Verdana Regular"/>
              </a:rPr>
              <a:t>OPERAÇÃO</a:t>
            </a:r>
            <a:endParaRPr kumimoji="0" lang="pt-BR" sz="7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 Regular"/>
              <a:ea typeface="+mn-ea"/>
              <a:cs typeface="+mn-cs"/>
            </a:endParaRPr>
          </a:p>
        </p:txBody>
      </p:sp>
      <p:sp>
        <p:nvSpPr>
          <p:cNvPr id="116" name="CaixaDeTexto 115">
            <a:extLst>
              <a:ext uri="{FF2B5EF4-FFF2-40B4-BE49-F238E27FC236}">
                <a16:creationId xmlns:a16="http://schemas.microsoft.com/office/drawing/2014/main" id="{E7D1053C-7CE0-74C6-D2F1-6096056B48F9}"/>
              </a:ext>
            </a:extLst>
          </p:cNvPr>
          <p:cNvSpPr txBox="1"/>
          <p:nvPr/>
        </p:nvSpPr>
        <p:spPr>
          <a:xfrm>
            <a:off x="6926180" y="5473222"/>
            <a:ext cx="5659544" cy="10002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100" dirty="0">
                <a:solidFill>
                  <a:schemeClr val="bg1"/>
                </a:solidFill>
              </a:rPr>
              <a:t>•</a:t>
            </a:r>
            <a:r>
              <a:rPr lang="pt-BR" sz="1100" dirty="0"/>
              <a:t>  </a:t>
            </a:r>
            <a:r>
              <a:rPr lang="pt-BR" sz="1100" dirty="0">
                <a:solidFill>
                  <a:schemeClr val="bg1"/>
                </a:solidFill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Priorizar atendimento do Perímetro Crítico (30 km).</a:t>
            </a:r>
          </a:p>
          <a:p>
            <a:pPr algn="just"/>
            <a:endParaRPr lang="pt-BR" sz="500" dirty="0">
              <a:solidFill>
                <a:schemeClr val="bg1"/>
              </a:solidFill>
              <a:latin typeface="Microsoft GothicNeo" panose="020B0500000101010101" pitchFamily="34" charset="-127"/>
              <a:ea typeface="Microsoft GothicNeo" panose="020B0500000101010101" pitchFamily="34" charset="-127"/>
              <a:cs typeface="Microsoft GothicNeo" panose="020B0500000101010101" pitchFamily="34" charset="-127"/>
            </a:endParaRPr>
          </a:p>
          <a:p>
            <a:pPr algn="just"/>
            <a:r>
              <a:rPr lang="pt-BR" sz="1100" dirty="0">
                <a:solidFill>
                  <a:schemeClr val="bg1"/>
                </a:solidFill>
              </a:rPr>
              <a:t>•</a:t>
            </a:r>
            <a:r>
              <a:rPr lang="pt-BR" sz="1100" dirty="0"/>
              <a:t> </a:t>
            </a:r>
            <a:r>
              <a:rPr lang="pt-BR" sz="1100" dirty="0">
                <a:solidFill>
                  <a:schemeClr val="bg1"/>
                </a:solidFill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Direcionar caminhões para acessos com maior fluxo operacional.</a:t>
            </a:r>
          </a:p>
          <a:p>
            <a:pPr algn="just"/>
            <a:endParaRPr lang="pt-BR" sz="500" dirty="0">
              <a:solidFill>
                <a:schemeClr val="bg1"/>
              </a:solidFill>
              <a:latin typeface="Microsoft GothicNeo" panose="020B0500000101010101" pitchFamily="34" charset="-127"/>
              <a:ea typeface="Microsoft GothicNeo" panose="020B0500000101010101" pitchFamily="34" charset="-127"/>
              <a:cs typeface="Microsoft GothicNeo" panose="020B0500000101010101" pitchFamily="34" charset="-127"/>
            </a:endParaRPr>
          </a:p>
          <a:p>
            <a:pPr algn="just"/>
            <a:r>
              <a:rPr lang="pt-BR" sz="1100" dirty="0">
                <a:solidFill>
                  <a:schemeClr val="bg1"/>
                </a:solidFill>
              </a:rPr>
              <a:t>•</a:t>
            </a:r>
            <a:r>
              <a:rPr lang="pt-BR" sz="1100" dirty="0"/>
              <a:t> </a:t>
            </a:r>
            <a:r>
              <a:rPr lang="pt-BR" sz="1100" dirty="0">
                <a:solidFill>
                  <a:schemeClr val="bg1"/>
                </a:solidFill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Reforçar a frota para atingir 660 mil L/dia.</a:t>
            </a:r>
          </a:p>
          <a:p>
            <a:pPr algn="just"/>
            <a:endParaRPr lang="pt-BR" sz="500" dirty="0">
              <a:solidFill>
                <a:schemeClr val="bg1"/>
              </a:solidFill>
              <a:latin typeface="Microsoft GothicNeo" panose="020B0500000101010101" pitchFamily="34" charset="-127"/>
              <a:ea typeface="Microsoft GothicNeo" panose="020B0500000101010101" pitchFamily="34" charset="-127"/>
              <a:cs typeface="Microsoft GothicNeo" panose="020B0500000101010101" pitchFamily="34" charset="-127"/>
            </a:endParaRPr>
          </a:p>
          <a:p>
            <a:pPr algn="just"/>
            <a:r>
              <a:rPr lang="pt-BR" sz="1100" dirty="0">
                <a:solidFill>
                  <a:schemeClr val="bg1"/>
                </a:solidFill>
              </a:rPr>
              <a:t>•</a:t>
            </a:r>
            <a:r>
              <a:rPr lang="pt-BR" sz="1100" dirty="0"/>
              <a:t> </a:t>
            </a:r>
            <a:r>
              <a:rPr lang="pt-BR" sz="1100" dirty="0">
                <a:solidFill>
                  <a:schemeClr val="bg1"/>
                </a:solidFill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Monitorar diariamente indicadores de poeira e produtividade.</a:t>
            </a:r>
            <a:endParaRPr lang="pt-BR" sz="500" b="1" u="sng" dirty="0">
              <a:solidFill>
                <a:schemeClr val="bg1"/>
              </a:solidFill>
              <a:latin typeface="Microsoft GothicNeo" panose="020B0500000101010101" pitchFamily="34" charset="-127"/>
              <a:ea typeface="Microsoft GothicNeo" panose="020B0500000101010101" pitchFamily="34" charset="-127"/>
              <a:cs typeface="Microsoft GothicNeo" panose="020B0500000101010101" pitchFamily="34" charset="-127"/>
            </a:endParaRPr>
          </a:p>
        </p:txBody>
      </p:sp>
      <p:grpSp>
        <p:nvGrpSpPr>
          <p:cNvPr id="126" name="Agrupar 125">
            <a:extLst>
              <a:ext uri="{FF2B5EF4-FFF2-40B4-BE49-F238E27FC236}">
                <a16:creationId xmlns:a16="http://schemas.microsoft.com/office/drawing/2014/main" id="{7D6FE99F-1822-5801-5081-ECD2D4AB59B8}"/>
              </a:ext>
            </a:extLst>
          </p:cNvPr>
          <p:cNvGrpSpPr/>
          <p:nvPr/>
        </p:nvGrpSpPr>
        <p:grpSpPr>
          <a:xfrm>
            <a:off x="10460045" y="870637"/>
            <a:ext cx="1617642" cy="741365"/>
            <a:chOff x="1941135" y="933347"/>
            <a:chExt cx="1617642" cy="914400"/>
          </a:xfrm>
        </p:grpSpPr>
        <p:sp>
          <p:nvSpPr>
            <p:cNvPr id="127" name="Retângulo: Cantos Arredondados 126">
              <a:extLst>
                <a:ext uri="{FF2B5EF4-FFF2-40B4-BE49-F238E27FC236}">
                  <a16:creationId xmlns:a16="http://schemas.microsoft.com/office/drawing/2014/main" id="{2DF4E6C8-CA98-6C6F-683B-01F0E68036FD}"/>
                </a:ext>
              </a:extLst>
            </p:cNvPr>
            <p:cNvSpPr/>
            <p:nvPr/>
          </p:nvSpPr>
          <p:spPr>
            <a:xfrm>
              <a:off x="1941135" y="933347"/>
              <a:ext cx="1559904" cy="914400"/>
            </a:xfrm>
            <a:prstGeom prst="roundRect">
              <a:avLst/>
            </a:prstGeom>
            <a:solidFill>
              <a:srgbClr val="96989B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600" dirty="0"/>
            </a:p>
          </p:txBody>
        </p:sp>
        <p:sp>
          <p:nvSpPr>
            <p:cNvPr id="128" name="CaixaDeTexto 127">
              <a:extLst>
                <a:ext uri="{FF2B5EF4-FFF2-40B4-BE49-F238E27FC236}">
                  <a16:creationId xmlns:a16="http://schemas.microsoft.com/office/drawing/2014/main" id="{4EA62C2B-08B6-6E34-97F3-591966CFA55C}"/>
                </a:ext>
              </a:extLst>
            </p:cNvPr>
            <p:cNvSpPr txBox="1"/>
            <p:nvPr/>
          </p:nvSpPr>
          <p:spPr>
            <a:xfrm>
              <a:off x="1941135" y="1376494"/>
              <a:ext cx="1617642" cy="3226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100" b="1" dirty="0">
                  <a:solidFill>
                    <a:schemeClr val="bg1"/>
                  </a:solidFill>
                  <a:latin typeface="Microsoft GothicNeo" panose="020B0500000101010101" pitchFamily="34" charset="-127"/>
                  <a:ea typeface="Microsoft GothicNeo" panose="020B0500000101010101" pitchFamily="34" charset="-127"/>
                  <a:cs typeface="Microsoft GothicNeo" panose="020B0500000101010101" pitchFamily="34" charset="-127"/>
                </a:rPr>
                <a:t>Performance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4AB6F680-4B12-366A-BB95-264C52FD5847}"/>
              </a:ext>
            </a:extLst>
          </p:cNvPr>
          <p:cNvSpPr txBox="1"/>
          <p:nvPr/>
        </p:nvSpPr>
        <p:spPr>
          <a:xfrm>
            <a:off x="8893694" y="4768025"/>
            <a:ext cx="78513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700" dirty="0">
                <a:solidFill>
                  <a:schemeClr val="bg1"/>
                </a:solidFill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🟥 Risco Alto</a:t>
            </a:r>
            <a:endParaRPr lang="pt-BR" sz="200" dirty="0">
              <a:solidFill>
                <a:schemeClr val="bg1"/>
              </a:solidFill>
              <a:latin typeface="Microsoft GothicNeo" panose="020B0500000101010101" pitchFamily="34" charset="-127"/>
              <a:ea typeface="Microsoft GothicNeo" panose="020B0500000101010101" pitchFamily="34" charset="-127"/>
              <a:cs typeface="Microsoft GothicNeo" panose="020B0500000101010101" pitchFamily="34" charset="-127"/>
            </a:endParaRP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2AB7A1F1-004E-B2E3-31DA-C0DA2C37A2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48046" y="927467"/>
            <a:ext cx="264701" cy="264701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ED08B9B3-763E-62FF-C923-423760FFEA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620" b="89933" l="895" r="96197">
                        <a14:foregroundMark x1="7606" y1="40045" x2="7606" y2="40045"/>
                        <a14:foregroundMark x1="895" y1="38479" x2="895" y2="38479"/>
                        <a14:foregroundMark x1="87472" y1="51454" x2="87472" y2="51454"/>
                        <a14:foregroundMark x1="96197" y1="47875" x2="96197" y2="47875"/>
                        <a14:foregroundMark x1="72931" y1="51230" x2="72931" y2="51230"/>
                        <a14:foregroundMark x1="72260" y1="53244" x2="72260" y2="53244"/>
                        <a14:foregroundMark x1="2685" y1="61969" x2="2685" y2="61969"/>
                        <a14:backgroundMark x1="2908" y1="53691" x2="2908" y2="53691"/>
                        <a14:backgroundMark x1="2461" y1="49664" x2="2461" y2="49664"/>
                        <a14:backgroundMark x1="2013" y1="46532" x2="2013" y2="46532"/>
                        <a14:backgroundMark x1="1790" y1="43400" x2="1790" y2="43400"/>
                        <a14:backgroundMark x1="1790" y1="42953" x2="1790" y2="42953"/>
                        <a14:backgroundMark x1="1790" y1="42506" x2="1790" y2="42506"/>
                        <a14:backgroundMark x1="1790" y1="40045" x2="1790" y2="40045"/>
                        <a14:backgroundMark x1="2013" y1="39597" x2="2013" y2="39597"/>
                        <a14:backgroundMark x1="2013" y1="39150" x2="2013" y2="39150"/>
                        <a14:backgroundMark x1="2013" y1="37136" x2="2013" y2="37136"/>
                        <a14:backgroundMark x1="2685" y1="33110" x2="2685" y2="33110"/>
                        <a14:backgroundMark x1="72483" y1="52573" x2="72483" y2="52573"/>
                        <a14:backgroundMark x1="71141" y1="53468" x2="71141" y2="53468"/>
                        <a14:backgroundMark x1="71141" y1="54139" x2="73602" y2="47875"/>
                        <a14:backgroundMark x1="72707" y1="54139" x2="72707" y2="54139"/>
                        <a14:backgroundMark x1="72707" y1="53020" x2="72707" y2="53020"/>
                        <a14:backgroundMark x1="72260" y1="53468" x2="72260" y2="53468"/>
                        <a14:backgroundMark x1="73154" y1="51678" x2="73154" y2="51678"/>
                        <a14:backgroundMark x1="72707" y1="51230" x2="72707" y2="51230"/>
                        <a14:backgroundMark x1="72931" y1="51454" x2="72931" y2="51454"/>
                        <a14:backgroundMark x1="72260" y1="53020" x2="72260" y2="53020"/>
                        <a14:backgroundMark x1="73826" y1="45638" x2="73826" y2="45638"/>
                      </a14:backgroundRemoval>
                    </a14:imgEffect>
                  </a14:imgLayer>
                </a14:imgProps>
              </a:ext>
            </a:extLst>
          </a:blip>
          <a:srcRect t="20555" b="19328"/>
          <a:stretch>
            <a:fillRect/>
          </a:stretch>
        </p:blipFill>
        <p:spPr>
          <a:xfrm>
            <a:off x="7089026" y="916852"/>
            <a:ext cx="342398" cy="212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88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49158df8-04df-4db2-a1ae-ee3949ca3984}" enabled="0" method="" siteId="{49158df8-04df-4db2-a1ae-ee3949ca398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445</TotalTime>
  <Words>191</Words>
  <Application>Microsoft Office PowerPoint</Application>
  <PresentationFormat>Widescreen</PresentationFormat>
  <Paragraphs>66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Microsoft GothicNeo</vt:lpstr>
      <vt:lpstr>Arial</vt:lpstr>
      <vt:lpstr>Verdana Regular</vt:lpstr>
      <vt:lpstr>Office Theme</vt:lpstr>
      <vt:lpstr>Apresentação do PowerPoint</vt:lpstr>
    </vt:vector>
  </TitlesOfParts>
  <Company>Nexa Resources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Necessidade de Caminhões Pipa - Umectação de Acessos e Estruturas</dc:title>
  <dc:subject>Apresentação executiva - Umectação de acessos e estruturas</dc:subject>
  <dc:creator>OpenAI</dc:creator>
  <cp:lastModifiedBy>Jhonatan Fagundes Pires De Lima - Wsp</cp:lastModifiedBy>
  <cp:revision>10</cp:revision>
  <dcterms:created xsi:type="dcterms:W3CDTF">2026-06-18T16:50:12Z</dcterms:created>
  <dcterms:modified xsi:type="dcterms:W3CDTF">2026-07-03T16:00:42Z</dcterms:modified>
</cp:coreProperties>
</file>